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3" r:id="rId2"/>
    <p:sldId id="256" r:id="rId3"/>
    <p:sldId id="279" r:id="rId4"/>
    <p:sldId id="261" r:id="rId5"/>
    <p:sldId id="258" r:id="rId6"/>
    <p:sldId id="270" r:id="rId7"/>
    <p:sldId id="271" r:id="rId8"/>
    <p:sldId id="272" r:id="rId9"/>
    <p:sldId id="273" r:id="rId10"/>
    <p:sldId id="274" r:id="rId11"/>
    <p:sldId id="275" r:id="rId12"/>
    <p:sldId id="276" r:id="rId13"/>
    <p:sldId id="277" r:id="rId14"/>
    <p:sldId id="278" r:id="rId15"/>
    <p:sldId id="280" r:id="rId16"/>
    <p:sldId id="281" r:id="rId17"/>
    <p:sldId id="28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947" autoAdjust="0"/>
  </p:normalViewPr>
  <p:slideViewPr>
    <p:cSldViewPr snapToGrid="0">
      <p:cViewPr varScale="1">
        <p:scale>
          <a:sx n="104" d="100"/>
          <a:sy n="104" d="100"/>
        </p:scale>
        <p:origin x="83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nia Pedersen" userId="90b35334-d922-4736-a054-f475bb830731" providerId="ADAL" clId="{75A0C95B-8296-4E0D-A48B-AEA77499676F}"/>
    <pc:docChg chg="custSel modSld">
      <pc:chgData name="Tonia Pedersen" userId="90b35334-d922-4736-a054-f475bb830731" providerId="ADAL" clId="{75A0C95B-8296-4E0D-A48B-AEA77499676F}" dt="2023-03-07T12:16:15.430" v="223" actId="1076"/>
      <pc:docMkLst>
        <pc:docMk/>
      </pc:docMkLst>
      <pc:sldChg chg="modSp mod">
        <pc:chgData name="Tonia Pedersen" userId="90b35334-d922-4736-a054-f475bb830731" providerId="ADAL" clId="{75A0C95B-8296-4E0D-A48B-AEA77499676F}" dt="2023-02-20T17:01:30.223" v="222" actId="1076"/>
        <pc:sldMkLst>
          <pc:docMk/>
          <pc:sldMk cId="1851058657" sldId="258"/>
        </pc:sldMkLst>
        <pc:spChg chg="mod">
          <ac:chgData name="Tonia Pedersen" userId="90b35334-d922-4736-a054-f475bb830731" providerId="ADAL" clId="{75A0C95B-8296-4E0D-A48B-AEA77499676F}" dt="2023-02-20T17:01:22.228" v="221"/>
          <ac:spMkLst>
            <pc:docMk/>
            <pc:sldMk cId="1851058657" sldId="258"/>
            <ac:spMk id="3" creationId="{7F5AFCD7-CF64-A7F6-B02F-987454D53E76}"/>
          </ac:spMkLst>
        </pc:spChg>
        <pc:picChg chg="mod">
          <ac:chgData name="Tonia Pedersen" userId="90b35334-d922-4736-a054-f475bb830731" providerId="ADAL" clId="{75A0C95B-8296-4E0D-A48B-AEA77499676F}" dt="2023-02-20T17:01:30.223" v="222" actId="1076"/>
          <ac:picMkLst>
            <pc:docMk/>
            <pc:sldMk cId="1851058657" sldId="258"/>
            <ac:picMk id="5" creationId="{BC039F98-ABB7-3EB5-B71F-9ED9046100F3}"/>
          </ac:picMkLst>
        </pc:picChg>
      </pc:sldChg>
      <pc:sldChg chg="addSp delSp modSp mod">
        <pc:chgData name="Tonia Pedersen" userId="90b35334-d922-4736-a054-f475bb830731" providerId="ADAL" clId="{75A0C95B-8296-4E0D-A48B-AEA77499676F}" dt="2023-02-20T15:38:34.726" v="220" actId="478"/>
        <pc:sldMkLst>
          <pc:docMk/>
          <pc:sldMk cId="2791736509" sldId="261"/>
        </pc:sldMkLst>
        <pc:spChg chg="add del mod">
          <ac:chgData name="Tonia Pedersen" userId="90b35334-d922-4736-a054-f475bb830731" providerId="ADAL" clId="{75A0C95B-8296-4E0D-A48B-AEA77499676F}" dt="2023-02-20T15:38:31.376" v="218" actId="478"/>
          <ac:spMkLst>
            <pc:docMk/>
            <pc:sldMk cId="2791736509" sldId="261"/>
            <ac:spMk id="3" creationId="{4536CF31-5A90-8A96-5DDC-DA55C3840635}"/>
          </ac:spMkLst>
        </pc:spChg>
        <pc:spChg chg="add del mod">
          <ac:chgData name="Tonia Pedersen" userId="90b35334-d922-4736-a054-f475bb830731" providerId="ADAL" clId="{75A0C95B-8296-4E0D-A48B-AEA77499676F}" dt="2023-02-20T15:38:33.893" v="219" actId="478"/>
          <ac:spMkLst>
            <pc:docMk/>
            <pc:sldMk cId="2791736509" sldId="261"/>
            <ac:spMk id="6" creationId="{39540328-A474-8003-A648-8806DFB6ACB4}"/>
          </ac:spMkLst>
        </pc:spChg>
        <pc:graphicFrameChg chg="add del mod modGraphic">
          <ac:chgData name="Tonia Pedersen" userId="90b35334-d922-4736-a054-f475bb830731" providerId="ADAL" clId="{75A0C95B-8296-4E0D-A48B-AEA77499676F}" dt="2023-02-20T15:36:15.027" v="168" actId="478"/>
          <ac:graphicFrameMkLst>
            <pc:docMk/>
            <pc:sldMk cId="2791736509" sldId="261"/>
            <ac:graphicFrameMk id="2" creationId="{3B77A58D-E9F7-B69D-8116-75FFB232AD76}"/>
          </ac:graphicFrameMkLst>
        </pc:graphicFrameChg>
        <pc:picChg chg="add del mod">
          <ac:chgData name="Tonia Pedersen" userId="90b35334-d922-4736-a054-f475bb830731" providerId="ADAL" clId="{75A0C95B-8296-4E0D-A48B-AEA77499676F}" dt="2023-02-20T15:38:34.726" v="220" actId="478"/>
          <ac:picMkLst>
            <pc:docMk/>
            <pc:sldMk cId="2791736509" sldId="261"/>
            <ac:picMk id="4" creationId="{A019D52D-E098-C6B7-5F2D-950AE6A4F862}"/>
          </ac:picMkLst>
        </pc:picChg>
        <pc:picChg chg="del mod">
          <ac:chgData name="Tonia Pedersen" userId="90b35334-d922-4736-a054-f475bb830731" providerId="ADAL" clId="{75A0C95B-8296-4E0D-A48B-AEA77499676F}" dt="2023-02-20T15:37:33.656" v="213" actId="478"/>
          <ac:picMkLst>
            <pc:docMk/>
            <pc:sldMk cId="2791736509" sldId="261"/>
            <ac:picMk id="5" creationId="{BC039F98-ABB7-3EB5-B71F-9ED9046100F3}"/>
          </ac:picMkLst>
        </pc:picChg>
      </pc:sldChg>
      <pc:sldChg chg="modSp mod">
        <pc:chgData name="Tonia Pedersen" userId="90b35334-d922-4736-a054-f475bb830731" providerId="ADAL" clId="{75A0C95B-8296-4E0D-A48B-AEA77499676F}" dt="2023-03-07T12:16:15.430" v="223" actId="1076"/>
        <pc:sldMkLst>
          <pc:docMk/>
          <pc:sldMk cId="1069569012" sldId="270"/>
        </pc:sldMkLst>
        <pc:picChg chg="mod">
          <ac:chgData name="Tonia Pedersen" userId="90b35334-d922-4736-a054-f475bb830731" providerId="ADAL" clId="{75A0C95B-8296-4E0D-A48B-AEA77499676F}" dt="2023-03-07T12:16:15.430" v="223" actId="1076"/>
          <ac:picMkLst>
            <pc:docMk/>
            <pc:sldMk cId="1069569012" sldId="270"/>
            <ac:picMk id="4" creationId="{AF3FF895-3135-7DA4-C161-2DE72DC33DDF}"/>
          </ac:picMkLst>
        </pc:picChg>
      </pc:sldChg>
    </pc:docChg>
  </pc:docChgLst>
  <pc:docChgLst>
    <pc:chgData name="Tonia Pedersen" userId="90b35334-d922-4736-a054-f475bb830731" providerId="ADAL" clId="{E863FB25-26DC-4EA2-A90F-C6EB6928BAFC}"/>
    <pc:docChg chg="undo custSel addSld delSld modSld sldOrd">
      <pc:chgData name="Tonia Pedersen" userId="90b35334-d922-4736-a054-f475bb830731" providerId="ADAL" clId="{E863FB25-26DC-4EA2-A90F-C6EB6928BAFC}" dt="2023-02-28T11:59:01.562" v="2516" actId="1076"/>
      <pc:docMkLst>
        <pc:docMk/>
      </pc:docMkLst>
      <pc:sldChg chg="addSp delSp modSp mod">
        <pc:chgData name="Tonia Pedersen" userId="90b35334-d922-4736-a054-f475bb830731" providerId="ADAL" clId="{E863FB25-26DC-4EA2-A90F-C6EB6928BAFC}" dt="2023-02-22T16:00:57.874" v="2477"/>
        <pc:sldMkLst>
          <pc:docMk/>
          <pc:sldMk cId="2802431492" sldId="256"/>
        </pc:sldMkLst>
        <pc:spChg chg="add mod">
          <ac:chgData name="Tonia Pedersen" userId="90b35334-d922-4736-a054-f475bb830731" providerId="ADAL" clId="{E863FB25-26DC-4EA2-A90F-C6EB6928BAFC}" dt="2023-02-22T16:00:57.874" v="2477"/>
          <ac:spMkLst>
            <pc:docMk/>
            <pc:sldMk cId="2802431492" sldId="256"/>
            <ac:spMk id="2" creationId="{EC1D67A0-CE70-2409-0828-725C3A5B6DFC}"/>
          </ac:spMkLst>
        </pc:spChg>
        <pc:spChg chg="add mod">
          <ac:chgData name="Tonia Pedersen" userId="90b35334-d922-4736-a054-f475bb830731" providerId="ADAL" clId="{E863FB25-26DC-4EA2-A90F-C6EB6928BAFC}" dt="2023-02-15T14:07:59.488" v="1260" actId="164"/>
          <ac:spMkLst>
            <pc:docMk/>
            <pc:sldMk cId="2802431492" sldId="256"/>
            <ac:spMk id="4" creationId="{1A9F5596-CBB2-ECCD-6C38-00F56FB02BF2}"/>
          </ac:spMkLst>
        </pc:spChg>
        <pc:spChg chg="add mod">
          <ac:chgData name="Tonia Pedersen" userId="90b35334-d922-4736-a054-f475bb830731" providerId="ADAL" clId="{E863FB25-26DC-4EA2-A90F-C6EB6928BAFC}" dt="2023-02-21T09:48:48.015" v="1707" actId="20577"/>
          <ac:spMkLst>
            <pc:docMk/>
            <pc:sldMk cId="2802431492" sldId="256"/>
            <ac:spMk id="5" creationId="{8407234B-FE84-5E39-6932-685740998FD2}"/>
          </ac:spMkLst>
        </pc:spChg>
        <pc:spChg chg="add del mod">
          <ac:chgData name="Tonia Pedersen" userId="90b35334-d922-4736-a054-f475bb830731" providerId="ADAL" clId="{E863FB25-26DC-4EA2-A90F-C6EB6928BAFC}" dt="2023-02-21T09:48:30.514" v="1694" actId="478"/>
          <ac:spMkLst>
            <pc:docMk/>
            <pc:sldMk cId="2802431492" sldId="256"/>
            <ac:spMk id="12" creationId="{9CE81119-31BB-8619-409A-09C4AA5DEEC4}"/>
          </ac:spMkLst>
        </pc:spChg>
        <pc:grpChg chg="add del mod">
          <ac:chgData name="Tonia Pedersen" userId="90b35334-d922-4736-a054-f475bb830731" providerId="ADAL" clId="{E863FB25-26DC-4EA2-A90F-C6EB6928BAFC}" dt="2023-02-22T15:24:58.789" v="1989" actId="21"/>
          <ac:grpSpMkLst>
            <pc:docMk/>
            <pc:sldMk cId="2802431492" sldId="256"/>
            <ac:grpSpMk id="11" creationId="{740D4330-2FC2-19B4-E08F-1CEA46514DDB}"/>
          </ac:grpSpMkLst>
        </pc:grpChg>
        <pc:picChg chg="add mod">
          <ac:chgData name="Tonia Pedersen" userId="90b35334-d922-4736-a054-f475bb830731" providerId="ADAL" clId="{E863FB25-26DC-4EA2-A90F-C6EB6928BAFC}" dt="2023-02-15T14:07:59.488" v="1260" actId="164"/>
          <ac:picMkLst>
            <pc:docMk/>
            <pc:sldMk cId="2802431492" sldId="256"/>
            <ac:picMk id="3" creationId="{D1F1C3BB-48BA-CEC5-0FA1-B84C6E9BF966}"/>
          </ac:picMkLst>
        </pc:picChg>
        <pc:picChg chg="del">
          <ac:chgData name="Tonia Pedersen" userId="90b35334-d922-4736-a054-f475bb830731" providerId="ADAL" clId="{E863FB25-26DC-4EA2-A90F-C6EB6928BAFC}" dt="2023-02-06T12:38:48.027" v="0" actId="478"/>
          <ac:picMkLst>
            <pc:docMk/>
            <pc:sldMk cId="2802431492" sldId="256"/>
            <ac:picMk id="5" creationId="{BC039F98-ABB7-3EB5-B71F-9ED9046100F3}"/>
          </ac:picMkLst>
        </pc:picChg>
        <pc:picChg chg="add del mod">
          <ac:chgData name="Tonia Pedersen" userId="90b35334-d922-4736-a054-f475bb830731" providerId="ADAL" clId="{E863FB25-26DC-4EA2-A90F-C6EB6928BAFC}" dt="2023-02-15T14:06:33.943" v="1159" actId="478"/>
          <ac:picMkLst>
            <pc:docMk/>
            <pc:sldMk cId="2802431492" sldId="256"/>
            <ac:picMk id="6" creationId="{76397318-3575-C958-8EF8-EE7348D8AC02}"/>
          </ac:picMkLst>
        </pc:picChg>
        <pc:picChg chg="add mod">
          <ac:chgData name="Tonia Pedersen" userId="90b35334-d922-4736-a054-f475bb830731" providerId="ADAL" clId="{E863FB25-26DC-4EA2-A90F-C6EB6928BAFC}" dt="2023-02-15T14:07:59.488" v="1260" actId="164"/>
          <ac:picMkLst>
            <pc:docMk/>
            <pc:sldMk cId="2802431492" sldId="256"/>
            <ac:picMk id="8" creationId="{27C3C77F-D50B-2584-E184-2F43CC042DB4}"/>
          </ac:picMkLst>
        </pc:picChg>
        <pc:cxnChg chg="add mod">
          <ac:chgData name="Tonia Pedersen" userId="90b35334-d922-4736-a054-f475bb830731" providerId="ADAL" clId="{E863FB25-26DC-4EA2-A90F-C6EB6928BAFC}" dt="2023-02-15T14:07:59.488" v="1260" actId="164"/>
          <ac:cxnSpMkLst>
            <pc:docMk/>
            <pc:sldMk cId="2802431492" sldId="256"/>
            <ac:cxnSpMk id="10" creationId="{593C022F-999C-E9ED-67E5-D7653BBB2555}"/>
          </ac:cxnSpMkLst>
        </pc:cxnChg>
      </pc:sldChg>
      <pc:sldChg chg="del">
        <pc:chgData name="Tonia Pedersen" userId="90b35334-d922-4736-a054-f475bb830731" providerId="ADAL" clId="{E863FB25-26DC-4EA2-A90F-C6EB6928BAFC}" dt="2023-02-21T09:49:13.702" v="1710" actId="47"/>
        <pc:sldMkLst>
          <pc:docMk/>
          <pc:sldMk cId="4043615375" sldId="257"/>
        </pc:sldMkLst>
      </pc:sldChg>
      <pc:sldChg chg="addSp delSp modSp mod">
        <pc:chgData name="Tonia Pedersen" userId="90b35334-d922-4736-a054-f475bb830731" providerId="ADAL" clId="{E863FB25-26DC-4EA2-A90F-C6EB6928BAFC}" dt="2023-02-22T15:50:20.673" v="2124" actId="14100"/>
        <pc:sldMkLst>
          <pc:docMk/>
          <pc:sldMk cId="1851058657" sldId="258"/>
        </pc:sldMkLst>
        <pc:spChg chg="add mod">
          <ac:chgData name="Tonia Pedersen" userId="90b35334-d922-4736-a054-f475bb830731" providerId="ADAL" clId="{E863FB25-26DC-4EA2-A90F-C6EB6928BAFC}" dt="2023-02-21T12:58:31.243" v="1752"/>
          <ac:spMkLst>
            <pc:docMk/>
            <pc:sldMk cId="1851058657" sldId="258"/>
            <ac:spMk id="3" creationId="{7F5AFCD7-CF64-A7F6-B02F-987454D53E76}"/>
          </ac:spMkLst>
        </pc:spChg>
        <pc:graphicFrameChg chg="add mod modGraphic">
          <ac:chgData name="Tonia Pedersen" userId="90b35334-d922-4736-a054-f475bb830731" providerId="ADAL" clId="{E863FB25-26DC-4EA2-A90F-C6EB6928BAFC}" dt="2023-02-21T13:07:28.195" v="1785" actId="14100"/>
          <ac:graphicFrameMkLst>
            <pc:docMk/>
            <pc:sldMk cId="1851058657" sldId="258"/>
            <ac:graphicFrameMk id="7" creationId="{122A675D-8A6B-1BF2-70BB-B5522B02FF65}"/>
          </ac:graphicFrameMkLst>
        </pc:graphicFrameChg>
        <pc:picChg chg="add mod">
          <ac:chgData name="Tonia Pedersen" userId="90b35334-d922-4736-a054-f475bb830731" providerId="ADAL" clId="{E863FB25-26DC-4EA2-A90F-C6EB6928BAFC}" dt="2023-02-22T15:50:20.673" v="2124" actId="14100"/>
          <ac:picMkLst>
            <pc:docMk/>
            <pc:sldMk cId="1851058657" sldId="258"/>
            <ac:picMk id="4" creationId="{503D1E7A-D436-630A-8E9C-82A488C32A9B}"/>
          </ac:picMkLst>
        </pc:picChg>
        <pc:picChg chg="add del mod">
          <ac:chgData name="Tonia Pedersen" userId="90b35334-d922-4736-a054-f475bb830731" providerId="ADAL" clId="{E863FB25-26DC-4EA2-A90F-C6EB6928BAFC}" dt="2023-02-21T12:58:34.085" v="1753" actId="478"/>
          <ac:picMkLst>
            <pc:docMk/>
            <pc:sldMk cId="1851058657" sldId="258"/>
            <ac:picMk id="4" creationId="{BFF84FA5-F949-CB15-420E-17544444193F}"/>
          </ac:picMkLst>
        </pc:picChg>
        <pc:picChg chg="del mod">
          <ac:chgData name="Tonia Pedersen" userId="90b35334-d922-4736-a054-f475bb830731" providerId="ADAL" clId="{E863FB25-26DC-4EA2-A90F-C6EB6928BAFC}" dt="2023-02-21T12:57:52.534" v="1747" actId="478"/>
          <ac:picMkLst>
            <pc:docMk/>
            <pc:sldMk cId="1851058657" sldId="258"/>
            <ac:picMk id="5" creationId="{BC039F98-ABB7-3EB5-B71F-9ED9046100F3}"/>
          </ac:picMkLst>
        </pc:picChg>
        <pc:picChg chg="add del mod">
          <ac:chgData name="Tonia Pedersen" userId="90b35334-d922-4736-a054-f475bb830731" providerId="ADAL" clId="{E863FB25-26DC-4EA2-A90F-C6EB6928BAFC}" dt="2023-02-21T13:07:11.821" v="1780" actId="21"/>
          <ac:picMkLst>
            <pc:docMk/>
            <pc:sldMk cId="1851058657" sldId="258"/>
            <ac:picMk id="6" creationId="{0CA676E0-C2B0-1D3E-6558-570A7BB40895}"/>
          </ac:picMkLst>
        </pc:picChg>
        <pc:picChg chg="add del mod">
          <ac:chgData name="Tonia Pedersen" userId="90b35334-d922-4736-a054-f475bb830731" providerId="ADAL" clId="{E863FB25-26DC-4EA2-A90F-C6EB6928BAFC}" dt="2023-02-22T07:19:52.431" v="1846" actId="478"/>
          <ac:picMkLst>
            <pc:docMk/>
            <pc:sldMk cId="1851058657" sldId="258"/>
            <ac:picMk id="8" creationId="{B29D21CC-4C2C-753A-B959-1B382116CBEF}"/>
          </ac:picMkLst>
        </pc:picChg>
        <pc:picChg chg="add del mod">
          <ac:chgData name="Tonia Pedersen" userId="90b35334-d922-4736-a054-f475bb830731" providerId="ADAL" clId="{E863FB25-26DC-4EA2-A90F-C6EB6928BAFC}" dt="2023-02-22T15:50:03.127" v="2108" actId="478"/>
          <ac:picMkLst>
            <pc:docMk/>
            <pc:sldMk cId="1851058657" sldId="258"/>
            <ac:picMk id="10" creationId="{97FB895D-FB2F-D0E5-75E8-58DB512D168E}"/>
          </ac:picMkLst>
        </pc:picChg>
      </pc:sldChg>
      <pc:sldChg chg="addSp modSp del mod">
        <pc:chgData name="Tonia Pedersen" userId="90b35334-d922-4736-a054-f475bb830731" providerId="ADAL" clId="{E863FB25-26DC-4EA2-A90F-C6EB6928BAFC}" dt="2023-02-21T09:49:11.592" v="1709" actId="47"/>
        <pc:sldMkLst>
          <pc:docMk/>
          <pc:sldMk cId="1481773126" sldId="259"/>
        </pc:sldMkLst>
        <pc:spChg chg="add mod">
          <ac:chgData name="Tonia Pedersen" userId="90b35334-d922-4736-a054-f475bb830731" providerId="ADAL" clId="{E863FB25-26DC-4EA2-A90F-C6EB6928BAFC}" dt="2023-02-16T11:00:15.330" v="1297" actId="1076"/>
          <ac:spMkLst>
            <pc:docMk/>
            <pc:sldMk cId="1481773126" sldId="259"/>
            <ac:spMk id="2" creationId="{4DCD7C7F-AA62-EDFE-4B7B-F3244E55BC31}"/>
          </ac:spMkLst>
        </pc:spChg>
      </pc:sldChg>
      <pc:sldChg chg="del">
        <pc:chgData name="Tonia Pedersen" userId="90b35334-d922-4736-a054-f475bb830731" providerId="ADAL" clId="{E863FB25-26DC-4EA2-A90F-C6EB6928BAFC}" dt="2023-02-21T09:49:11.592" v="1709" actId="47"/>
        <pc:sldMkLst>
          <pc:docMk/>
          <pc:sldMk cId="2247840527" sldId="260"/>
        </pc:sldMkLst>
      </pc:sldChg>
      <pc:sldChg chg="addSp delSp modSp mod ord">
        <pc:chgData name="Tonia Pedersen" userId="90b35334-d922-4736-a054-f475bb830731" providerId="ADAL" clId="{E863FB25-26DC-4EA2-A90F-C6EB6928BAFC}" dt="2023-02-23T14:15:08.543" v="2491" actId="1076"/>
        <pc:sldMkLst>
          <pc:docMk/>
          <pc:sldMk cId="2791736509" sldId="261"/>
        </pc:sldMkLst>
        <pc:spChg chg="add mod">
          <ac:chgData name="Tonia Pedersen" userId="90b35334-d922-4736-a054-f475bb830731" providerId="ADAL" clId="{E863FB25-26DC-4EA2-A90F-C6EB6928BAFC}" dt="2023-02-21T09:48:16.768" v="1693" actId="113"/>
          <ac:spMkLst>
            <pc:docMk/>
            <pc:sldMk cId="2791736509" sldId="261"/>
            <ac:spMk id="7" creationId="{D9F5E350-4171-3B15-73B4-0FB068A5A7AF}"/>
          </ac:spMkLst>
        </pc:spChg>
        <pc:picChg chg="add del mod">
          <ac:chgData name="Tonia Pedersen" userId="90b35334-d922-4736-a054-f475bb830731" providerId="ADAL" clId="{E863FB25-26DC-4EA2-A90F-C6EB6928BAFC}" dt="2023-02-21T09:47:13.715" v="1655" actId="478"/>
          <ac:picMkLst>
            <pc:docMk/>
            <pc:sldMk cId="2791736509" sldId="261"/>
            <ac:picMk id="3" creationId="{E229067E-99F8-D94D-C68A-8336AD71ED7A}"/>
          </ac:picMkLst>
        </pc:picChg>
        <pc:picChg chg="add mod">
          <ac:chgData name="Tonia Pedersen" userId="90b35334-d922-4736-a054-f475bb830731" providerId="ADAL" clId="{E863FB25-26DC-4EA2-A90F-C6EB6928BAFC}" dt="2023-02-23T14:15:08.543" v="2491" actId="1076"/>
          <ac:picMkLst>
            <pc:docMk/>
            <pc:sldMk cId="2791736509" sldId="261"/>
            <ac:picMk id="3" creationId="{FA1929D8-25F0-60E5-B049-1910BB959538}"/>
          </ac:picMkLst>
        </pc:picChg>
        <pc:picChg chg="add del mod">
          <ac:chgData name="Tonia Pedersen" userId="90b35334-d922-4736-a054-f475bb830731" providerId="ADAL" clId="{E863FB25-26DC-4EA2-A90F-C6EB6928BAFC}" dt="2023-02-23T14:15:01.710" v="2487" actId="478"/>
          <ac:picMkLst>
            <pc:docMk/>
            <pc:sldMk cId="2791736509" sldId="261"/>
            <ac:picMk id="6" creationId="{8FB8613A-CAAF-4FB3-C127-F8BBB567A3C8}"/>
          </ac:picMkLst>
        </pc:picChg>
      </pc:sldChg>
      <pc:sldChg chg="add del">
        <pc:chgData name="Tonia Pedersen" userId="90b35334-d922-4736-a054-f475bb830731" providerId="ADAL" clId="{E863FB25-26DC-4EA2-A90F-C6EB6928BAFC}" dt="2023-02-21T16:17:50.343" v="1820" actId="2696"/>
        <pc:sldMkLst>
          <pc:docMk/>
          <pc:sldMk cId="2781173739" sldId="262"/>
        </pc:sldMkLst>
      </pc:sldChg>
      <pc:sldChg chg="add del">
        <pc:chgData name="Tonia Pedersen" userId="90b35334-d922-4736-a054-f475bb830731" providerId="ADAL" clId="{E863FB25-26DC-4EA2-A90F-C6EB6928BAFC}" dt="2023-02-21T16:17:52.463" v="1821" actId="2696"/>
        <pc:sldMkLst>
          <pc:docMk/>
          <pc:sldMk cId="119925149" sldId="263"/>
        </pc:sldMkLst>
      </pc:sldChg>
      <pc:sldChg chg="add del">
        <pc:chgData name="Tonia Pedersen" userId="90b35334-d922-4736-a054-f475bb830731" providerId="ADAL" clId="{E863FB25-26DC-4EA2-A90F-C6EB6928BAFC}" dt="2023-02-21T16:17:54.243" v="1822" actId="2696"/>
        <pc:sldMkLst>
          <pc:docMk/>
          <pc:sldMk cId="43018397" sldId="264"/>
        </pc:sldMkLst>
      </pc:sldChg>
      <pc:sldChg chg="add del">
        <pc:chgData name="Tonia Pedersen" userId="90b35334-d922-4736-a054-f475bb830731" providerId="ADAL" clId="{E863FB25-26DC-4EA2-A90F-C6EB6928BAFC}" dt="2023-02-21T16:17:56.133" v="1823" actId="2696"/>
        <pc:sldMkLst>
          <pc:docMk/>
          <pc:sldMk cId="843716439" sldId="265"/>
        </pc:sldMkLst>
      </pc:sldChg>
      <pc:sldChg chg="add del">
        <pc:chgData name="Tonia Pedersen" userId="90b35334-d922-4736-a054-f475bb830731" providerId="ADAL" clId="{E863FB25-26DC-4EA2-A90F-C6EB6928BAFC}" dt="2023-02-21T16:17:58.030" v="1824" actId="2696"/>
        <pc:sldMkLst>
          <pc:docMk/>
          <pc:sldMk cId="1858585927" sldId="266"/>
        </pc:sldMkLst>
      </pc:sldChg>
      <pc:sldChg chg="add del">
        <pc:chgData name="Tonia Pedersen" userId="90b35334-d922-4736-a054-f475bb830731" providerId="ADAL" clId="{E863FB25-26DC-4EA2-A90F-C6EB6928BAFC}" dt="2023-02-21T16:18:02.942" v="1825" actId="2696"/>
        <pc:sldMkLst>
          <pc:docMk/>
          <pc:sldMk cId="149187614" sldId="267"/>
        </pc:sldMkLst>
      </pc:sldChg>
      <pc:sldChg chg="add del">
        <pc:chgData name="Tonia Pedersen" userId="90b35334-d922-4736-a054-f475bb830731" providerId="ADAL" clId="{E863FB25-26DC-4EA2-A90F-C6EB6928BAFC}" dt="2023-02-21T16:18:02.942" v="1825" actId="2696"/>
        <pc:sldMkLst>
          <pc:docMk/>
          <pc:sldMk cId="1162166886" sldId="268"/>
        </pc:sldMkLst>
      </pc:sldChg>
      <pc:sldChg chg="addSp delSp modSp add del mod">
        <pc:chgData name="Tonia Pedersen" userId="90b35334-d922-4736-a054-f475bb830731" providerId="ADAL" clId="{E863FB25-26DC-4EA2-A90F-C6EB6928BAFC}" dt="2023-02-21T16:17:45.893" v="1819" actId="2696"/>
        <pc:sldMkLst>
          <pc:docMk/>
          <pc:sldMk cId="2953850869" sldId="269"/>
        </pc:sldMkLst>
        <pc:spChg chg="mod">
          <ac:chgData name="Tonia Pedersen" userId="90b35334-d922-4736-a054-f475bb830731" providerId="ADAL" clId="{E863FB25-26DC-4EA2-A90F-C6EB6928BAFC}" dt="2023-02-21T12:59:20.390" v="1760" actId="11"/>
          <ac:spMkLst>
            <pc:docMk/>
            <pc:sldMk cId="2953850869" sldId="269"/>
            <ac:spMk id="3" creationId="{7F5AFCD7-CF64-A7F6-B02F-987454D53E76}"/>
          </ac:spMkLst>
        </pc:spChg>
        <pc:picChg chg="del mod">
          <ac:chgData name="Tonia Pedersen" userId="90b35334-d922-4736-a054-f475bb830731" providerId="ADAL" clId="{E863FB25-26DC-4EA2-A90F-C6EB6928BAFC}" dt="2023-02-21T13:00:05.597" v="1761" actId="478"/>
          <ac:picMkLst>
            <pc:docMk/>
            <pc:sldMk cId="2953850869" sldId="269"/>
            <ac:picMk id="4" creationId="{BFF84FA5-F949-CB15-420E-17544444193F}"/>
          </ac:picMkLst>
        </pc:picChg>
        <pc:picChg chg="add mod">
          <ac:chgData name="Tonia Pedersen" userId="90b35334-d922-4736-a054-f475bb830731" providerId="ADAL" clId="{E863FB25-26DC-4EA2-A90F-C6EB6928BAFC}" dt="2023-02-21T13:00:12.388" v="1765" actId="1076"/>
          <ac:picMkLst>
            <pc:docMk/>
            <pc:sldMk cId="2953850869" sldId="269"/>
            <ac:picMk id="5" creationId="{2A56ECDF-4565-EF97-2C7A-9F4424C46B8B}"/>
          </ac:picMkLst>
        </pc:picChg>
      </pc:sldChg>
      <pc:sldChg chg="addSp delSp modSp add mod">
        <pc:chgData name="Tonia Pedersen" userId="90b35334-d922-4736-a054-f475bb830731" providerId="ADAL" clId="{E863FB25-26DC-4EA2-A90F-C6EB6928BAFC}" dt="2023-02-23T13:14:38.306" v="2483" actId="21"/>
        <pc:sldMkLst>
          <pc:docMk/>
          <pc:sldMk cId="1069569012" sldId="270"/>
        </pc:sldMkLst>
        <pc:spChg chg="add del mod">
          <ac:chgData name="Tonia Pedersen" userId="90b35334-d922-4736-a054-f475bb830731" providerId="ADAL" clId="{E863FB25-26DC-4EA2-A90F-C6EB6928BAFC}" dt="2023-02-23T13:14:38.306" v="2483" actId="21"/>
          <ac:spMkLst>
            <pc:docMk/>
            <pc:sldMk cId="1069569012" sldId="270"/>
            <ac:spMk id="2" creationId="{F240B7DE-3B5C-8E06-77E5-8F8054F5F9BE}"/>
          </ac:spMkLst>
        </pc:spChg>
        <pc:spChg chg="mod">
          <ac:chgData name="Tonia Pedersen" userId="90b35334-d922-4736-a054-f475bb830731" providerId="ADAL" clId="{E863FB25-26DC-4EA2-A90F-C6EB6928BAFC}" dt="2023-02-21T16:15:28.062" v="1790" actId="11"/>
          <ac:spMkLst>
            <pc:docMk/>
            <pc:sldMk cId="1069569012" sldId="270"/>
            <ac:spMk id="3" creationId="{7F5AFCD7-CF64-A7F6-B02F-987454D53E76}"/>
          </ac:spMkLst>
        </pc:spChg>
        <pc:picChg chg="add del mod">
          <ac:chgData name="Tonia Pedersen" userId="90b35334-d922-4736-a054-f475bb830731" providerId="ADAL" clId="{E863FB25-26DC-4EA2-A90F-C6EB6928BAFC}" dt="2023-02-22T10:47:55.023" v="1858" actId="478"/>
          <ac:picMkLst>
            <pc:docMk/>
            <pc:sldMk cId="1069569012" sldId="270"/>
            <ac:picMk id="4" creationId="{5A86C3E1-CEBF-8FEE-A1FF-CC7798310031}"/>
          </ac:picMkLst>
        </pc:picChg>
        <pc:picChg chg="add mod">
          <ac:chgData name="Tonia Pedersen" userId="90b35334-d922-4736-a054-f475bb830731" providerId="ADAL" clId="{E863FB25-26DC-4EA2-A90F-C6EB6928BAFC}" dt="2023-02-22T15:51:14.193" v="2143" actId="14100"/>
          <ac:picMkLst>
            <pc:docMk/>
            <pc:sldMk cId="1069569012" sldId="270"/>
            <ac:picMk id="4" creationId="{AF3FF895-3135-7DA4-C161-2DE72DC33DDF}"/>
          </ac:picMkLst>
        </pc:picChg>
        <pc:picChg chg="add del mod">
          <ac:chgData name="Tonia Pedersen" userId="90b35334-d922-4736-a054-f475bb830731" providerId="ADAL" clId="{E863FB25-26DC-4EA2-A90F-C6EB6928BAFC}" dt="2023-02-22T15:50:24.183" v="2125" actId="478"/>
          <ac:picMkLst>
            <pc:docMk/>
            <pc:sldMk cId="1069569012" sldId="270"/>
            <ac:picMk id="5" creationId="{5DCCB6ED-5769-62D2-FDA7-A29186A1E827}"/>
          </ac:picMkLst>
        </pc:picChg>
        <pc:picChg chg="del">
          <ac:chgData name="Tonia Pedersen" userId="90b35334-d922-4736-a054-f475bb830731" providerId="ADAL" clId="{E863FB25-26DC-4EA2-A90F-C6EB6928BAFC}" dt="2023-02-21T16:16:18.976" v="1791" actId="478"/>
          <ac:picMkLst>
            <pc:docMk/>
            <pc:sldMk cId="1069569012" sldId="270"/>
            <ac:picMk id="8" creationId="{B29D21CC-4C2C-753A-B959-1B382116CBEF}"/>
          </ac:picMkLst>
        </pc:picChg>
      </pc:sldChg>
      <pc:sldChg chg="addSp delSp modSp add mod">
        <pc:chgData name="Tonia Pedersen" userId="90b35334-d922-4736-a054-f475bb830731" providerId="ADAL" clId="{E863FB25-26DC-4EA2-A90F-C6EB6928BAFC}" dt="2023-02-23T13:14:53.355" v="2486" actId="21"/>
        <pc:sldMkLst>
          <pc:docMk/>
          <pc:sldMk cId="1461351059" sldId="271"/>
        </pc:sldMkLst>
        <pc:spChg chg="add del mod">
          <ac:chgData name="Tonia Pedersen" userId="90b35334-d922-4736-a054-f475bb830731" providerId="ADAL" clId="{E863FB25-26DC-4EA2-A90F-C6EB6928BAFC}" dt="2023-02-23T13:14:53.355" v="2486" actId="21"/>
          <ac:spMkLst>
            <pc:docMk/>
            <pc:sldMk cId="1461351059" sldId="271"/>
            <ac:spMk id="2" creationId="{9A341644-3DDF-101D-E00B-1903AC0CA2AB}"/>
          </ac:spMkLst>
        </pc:spChg>
        <pc:spChg chg="mod">
          <ac:chgData name="Tonia Pedersen" userId="90b35334-d922-4736-a054-f475bb830731" providerId="ADAL" clId="{E863FB25-26DC-4EA2-A90F-C6EB6928BAFC}" dt="2023-02-21T16:17:12.340" v="1802"/>
          <ac:spMkLst>
            <pc:docMk/>
            <pc:sldMk cId="1461351059" sldId="271"/>
            <ac:spMk id="3" creationId="{7F5AFCD7-CF64-A7F6-B02F-987454D53E76}"/>
          </ac:spMkLst>
        </pc:spChg>
        <pc:picChg chg="add del mod">
          <ac:chgData name="Tonia Pedersen" userId="90b35334-d922-4736-a054-f475bb830731" providerId="ADAL" clId="{E863FB25-26DC-4EA2-A90F-C6EB6928BAFC}" dt="2023-02-22T10:48:15.191" v="1886" actId="478"/>
          <ac:picMkLst>
            <pc:docMk/>
            <pc:sldMk cId="1461351059" sldId="271"/>
            <ac:picMk id="2" creationId="{91C1C16B-2947-9749-5220-016103DE7985}"/>
          </ac:picMkLst>
        </pc:picChg>
        <pc:picChg chg="del">
          <ac:chgData name="Tonia Pedersen" userId="90b35334-d922-4736-a054-f475bb830731" providerId="ADAL" clId="{E863FB25-26DC-4EA2-A90F-C6EB6928BAFC}" dt="2023-02-21T16:17:14.890" v="1803" actId="478"/>
          <ac:picMkLst>
            <pc:docMk/>
            <pc:sldMk cId="1461351059" sldId="271"/>
            <ac:picMk id="4" creationId="{5A86C3E1-CEBF-8FEE-A1FF-CC7798310031}"/>
          </ac:picMkLst>
        </pc:picChg>
        <pc:picChg chg="add mod">
          <ac:chgData name="Tonia Pedersen" userId="90b35334-d922-4736-a054-f475bb830731" providerId="ADAL" clId="{E863FB25-26DC-4EA2-A90F-C6EB6928BAFC}" dt="2023-02-22T15:52:00.224" v="2163" actId="14100"/>
          <ac:picMkLst>
            <pc:docMk/>
            <pc:sldMk cId="1461351059" sldId="271"/>
            <ac:picMk id="4" creationId="{739207D1-8AF2-0AE0-FDCC-67614CEEEFEF}"/>
          </ac:picMkLst>
        </pc:picChg>
        <pc:picChg chg="add del mod">
          <ac:chgData name="Tonia Pedersen" userId="90b35334-d922-4736-a054-f475bb830731" providerId="ADAL" clId="{E863FB25-26DC-4EA2-A90F-C6EB6928BAFC}" dt="2023-02-22T15:51:20.056" v="2144" actId="478"/>
          <ac:picMkLst>
            <pc:docMk/>
            <pc:sldMk cId="1461351059" sldId="271"/>
            <ac:picMk id="5" creationId="{7982C3F6-6A80-BCE6-6407-C83169918A8E}"/>
          </ac:picMkLst>
        </pc:picChg>
      </pc:sldChg>
      <pc:sldChg chg="addSp delSp modSp add mod">
        <pc:chgData name="Tonia Pedersen" userId="90b35334-d922-4736-a054-f475bb830731" providerId="ADAL" clId="{E863FB25-26DC-4EA2-A90F-C6EB6928BAFC}" dt="2023-02-22T15:52:52.759" v="2193" actId="14100"/>
        <pc:sldMkLst>
          <pc:docMk/>
          <pc:sldMk cId="3478772804" sldId="272"/>
        </pc:sldMkLst>
        <pc:spChg chg="mod">
          <ac:chgData name="Tonia Pedersen" userId="90b35334-d922-4736-a054-f475bb830731" providerId="ADAL" clId="{E863FB25-26DC-4EA2-A90F-C6EB6928BAFC}" dt="2023-02-21T16:18:30.682" v="1831" actId="11"/>
          <ac:spMkLst>
            <pc:docMk/>
            <pc:sldMk cId="3478772804" sldId="272"/>
            <ac:spMk id="3" creationId="{7F5AFCD7-CF64-A7F6-B02F-987454D53E76}"/>
          </ac:spMkLst>
        </pc:spChg>
        <pc:picChg chg="del">
          <ac:chgData name="Tonia Pedersen" userId="90b35334-d922-4736-a054-f475bb830731" providerId="ADAL" clId="{E863FB25-26DC-4EA2-A90F-C6EB6928BAFC}" dt="2023-02-21T16:18:44.326" v="1832" actId="478"/>
          <ac:picMkLst>
            <pc:docMk/>
            <pc:sldMk cId="3478772804" sldId="272"/>
            <ac:picMk id="2" creationId="{91C1C16B-2947-9749-5220-016103DE7985}"/>
          </ac:picMkLst>
        </pc:picChg>
        <pc:picChg chg="add del mod">
          <ac:chgData name="Tonia Pedersen" userId="90b35334-d922-4736-a054-f475bb830731" providerId="ADAL" clId="{E863FB25-26DC-4EA2-A90F-C6EB6928BAFC}" dt="2023-02-22T10:51:41.670" v="1933" actId="478"/>
          <ac:picMkLst>
            <pc:docMk/>
            <pc:sldMk cId="3478772804" sldId="272"/>
            <ac:picMk id="4" creationId="{8C494D5E-9F84-A8C5-D9BA-3CA829512611}"/>
          </ac:picMkLst>
        </pc:picChg>
        <pc:picChg chg="add mod">
          <ac:chgData name="Tonia Pedersen" userId="90b35334-d922-4736-a054-f475bb830731" providerId="ADAL" clId="{E863FB25-26DC-4EA2-A90F-C6EB6928BAFC}" dt="2023-02-22T15:52:52.759" v="2193" actId="14100"/>
          <ac:picMkLst>
            <pc:docMk/>
            <pc:sldMk cId="3478772804" sldId="272"/>
            <ac:picMk id="4" creationId="{D514F321-6564-E0F8-07C3-23B51A094B9A}"/>
          </ac:picMkLst>
        </pc:picChg>
        <pc:picChg chg="add del mod">
          <ac:chgData name="Tonia Pedersen" userId="90b35334-d922-4736-a054-f475bb830731" providerId="ADAL" clId="{E863FB25-26DC-4EA2-A90F-C6EB6928BAFC}" dt="2023-02-22T15:52:03.711" v="2164" actId="478"/>
          <ac:picMkLst>
            <pc:docMk/>
            <pc:sldMk cId="3478772804" sldId="272"/>
            <ac:picMk id="6" creationId="{FF18E856-0297-5FDA-D550-4801ED585464}"/>
          </ac:picMkLst>
        </pc:picChg>
      </pc:sldChg>
      <pc:sldChg chg="addSp delSp modSp add mod">
        <pc:chgData name="Tonia Pedersen" userId="90b35334-d922-4736-a054-f475bb830731" providerId="ADAL" clId="{E863FB25-26DC-4EA2-A90F-C6EB6928BAFC}" dt="2023-02-22T16:01:29.163" v="2480" actId="20577"/>
        <pc:sldMkLst>
          <pc:docMk/>
          <pc:sldMk cId="1232242120" sldId="273"/>
        </pc:sldMkLst>
        <pc:spChg chg="mod">
          <ac:chgData name="Tonia Pedersen" userId="90b35334-d922-4736-a054-f475bb830731" providerId="ADAL" clId="{E863FB25-26DC-4EA2-A90F-C6EB6928BAFC}" dt="2023-02-22T16:01:29.163" v="2480" actId="20577"/>
          <ac:spMkLst>
            <pc:docMk/>
            <pc:sldMk cId="1232242120" sldId="273"/>
            <ac:spMk id="3" creationId="{7F5AFCD7-CF64-A7F6-B02F-987454D53E76}"/>
          </ac:spMkLst>
        </pc:spChg>
        <pc:picChg chg="add del mod">
          <ac:chgData name="Tonia Pedersen" userId="90b35334-d922-4736-a054-f475bb830731" providerId="ADAL" clId="{E863FB25-26DC-4EA2-A90F-C6EB6928BAFC}" dt="2023-02-22T15:52:57.139" v="2194" actId="478"/>
          <ac:picMkLst>
            <pc:docMk/>
            <pc:sldMk cId="1232242120" sldId="273"/>
            <ac:picMk id="4" creationId="{216F473A-4D62-807E-3FC5-2C86648742EE}"/>
          </ac:picMkLst>
        </pc:picChg>
        <pc:picChg chg="add mod">
          <ac:chgData name="Tonia Pedersen" userId="90b35334-d922-4736-a054-f475bb830731" providerId="ADAL" clId="{E863FB25-26DC-4EA2-A90F-C6EB6928BAFC}" dt="2023-02-22T15:53:46.472" v="2206" actId="14100"/>
          <ac:picMkLst>
            <pc:docMk/>
            <pc:sldMk cId="1232242120" sldId="273"/>
            <ac:picMk id="5" creationId="{1C2DC9F4-7946-3CBB-D5DF-0C178739918B}"/>
          </ac:picMkLst>
        </pc:picChg>
      </pc:sldChg>
      <pc:sldChg chg="addSp modSp add mod">
        <pc:chgData name="Tonia Pedersen" userId="90b35334-d922-4736-a054-f475bb830731" providerId="ADAL" clId="{E863FB25-26DC-4EA2-A90F-C6EB6928BAFC}" dt="2023-02-22T16:00:22.894" v="2474" actId="20577"/>
        <pc:sldMkLst>
          <pc:docMk/>
          <pc:sldMk cId="2621331373" sldId="274"/>
        </pc:sldMkLst>
        <pc:spChg chg="mod">
          <ac:chgData name="Tonia Pedersen" userId="90b35334-d922-4736-a054-f475bb830731" providerId="ADAL" clId="{E863FB25-26DC-4EA2-A90F-C6EB6928BAFC}" dt="2023-02-22T16:00:22.894" v="2474" actId="20577"/>
          <ac:spMkLst>
            <pc:docMk/>
            <pc:sldMk cId="2621331373" sldId="274"/>
            <ac:spMk id="3" creationId="{7F5AFCD7-CF64-A7F6-B02F-987454D53E76}"/>
          </ac:spMkLst>
        </pc:spChg>
        <pc:picChg chg="add mod">
          <ac:chgData name="Tonia Pedersen" userId="90b35334-d922-4736-a054-f475bb830731" providerId="ADAL" clId="{E863FB25-26DC-4EA2-A90F-C6EB6928BAFC}" dt="2023-02-22T15:54:30.615" v="2223" actId="14100"/>
          <ac:picMkLst>
            <pc:docMk/>
            <pc:sldMk cId="2621331373" sldId="274"/>
            <ac:picMk id="4" creationId="{FFB5CC03-97CF-F1D6-6D76-EA790534863B}"/>
          </ac:picMkLst>
        </pc:picChg>
      </pc:sldChg>
      <pc:sldChg chg="addSp delSp modSp add mod">
        <pc:chgData name="Tonia Pedersen" userId="90b35334-d922-4736-a054-f475bb830731" providerId="ADAL" clId="{E863FB25-26DC-4EA2-A90F-C6EB6928BAFC}" dt="2023-02-28T11:59:01.562" v="2516" actId="1076"/>
        <pc:sldMkLst>
          <pc:docMk/>
          <pc:sldMk cId="2639372836" sldId="275"/>
        </pc:sldMkLst>
        <pc:spChg chg="add mod">
          <ac:chgData name="Tonia Pedersen" userId="90b35334-d922-4736-a054-f475bb830731" providerId="ADAL" clId="{E863FB25-26DC-4EA2-A90F-C6EB6928BAFC}" dt="2023-02-28T10:23:18.907" v="2514" actId="1076"/>
          <ac:spMkLst>
            <pc:docMk/>
            <pc:sldMk cId="2639372836" sldId="275"/>
            <ac:spMk id="2" creationId="{99C40114-91FC-FD98-81A4-FABE693C5468}"/>
          </ac:spMkLst>
        </pc:spChg>
        <pc:spChg chg="mod">
          <ac:chgData name="Tonia Pedersen" userId="90b35334-d922-4736-a054-f475bb830731" providerId="ADAL" clId="{E863FB25-26DC-4EA2-A90F-C6EB6928BAFC}" dt="2023-02-22T15:56:23.375" v="2377" actId="20577"/>
          <ac:spMkLst>
            <pc:docMk/>
            <pc:sldMk cId="2639372836" sldId="275"/>
            <ac:spMk id="3" creationId="{7F5AFCD7-CF64-A7F6-B02F-987454D53E76}"/>
          </ac:spMkLst>
        </pc:spChg>
        <pc:spChg chg="mod">
          <ac:chgData name="Tonia Pedersen" userId="90b35334-d922-4736-a054-f475bb830731" providerId="ADAL" clId="{E863FB25-26DC-4EA2-A90F-C6EB6928BAFC}" dt="2023-02-22T15:25:04.113" v="1990"/>
          <ac:spMkLst>
            <pc:docMk/>
            <pc:sldMk cId="2639372836" sldId="275"/>
            <ac:spMk id="5" creationId="{3A3EB0D4-8F6E-15BE-9A92-34B4C90FC937}"/>
          </ac:spMkLst>
        </pc:spChg>
        <pc:grpChg chg="add del mod">
          <ac:chgData name="Tonia Pedersen" userId="90b35334-d922-4736-a054-f475bb830731" providerId="ADAL" clId="{E863FB25-26DC-4EA2-A90F-C6EB6928BAFC}" dt="2023-02-22T15:49:37.619" v="2107" actId="478"/>
          <ac:grpSpMkLst>
            <pc:docMk/>
            <pc:sldMk cId="2639372836" sldId="275"/>
            <ac:grpSpMk id="2" creationId="{078D09BB-DE28-B69C-48AC-997CF9FE635F}"/>
          </ac:grpSpMkLst>
        </pc:grpChg>
        <pc:picChg chg="mod">
          <ac:chgData name="Tonia Pedersen" userId="90b35334-d922-4736-a054-f475bb830731" providerId="ADAL" clId="{E863FB25-26DC-4EA2-A90F-C6EB6928BAFC}" dt="2023-02-22T15:25:04.113" v="1990"/>
          <ac:picMkLst>
            <pc:docMk/>
            <pc:sldMk cId="2639372836" sldId="275"/>
            <ac:picMk id="4" creationId="{4CB63089-DF28-CC48-F0DE-83CE2F2FE01E}"/>
          </ac:picMkLst>
        </pc:picChg>
        <pc:picChg chg="mod">
          <ac:chgData name="Tonia Pedersen" userId="90b35334-d922-4736-a054-f475bb830731" providerId="ADAL" clId="{E863FB25-26DC-4EA2-A90F-C6EB6928BAFC}" dt="2023-02-22T15:25:04.113" v="1990"/>
          <ac:picMkLst>
            <pc:docMk/>
            <pc:sldMk cId="2639372836" sldId="275"/>
            <ac:picMk id="6" creationId="{82763158-7E77-5BB9-7091-2A051FE6A630}"/>
          </ac:picMkLst>
        </pc:picChg>
        <pc:picChg chg="add mod">
          <ac:chgData name="Tonia Pedersen" userId="90b35334-d922-4736-a054-f475bb830731" providerId="ADAL" clId="{E863FB25-26DC-4EA2-A90F-C6EB6928BAFC}" dt="2023-02-28T11:59:01.562" v="2516" actId="1076"/>
          <ac:picMkLst>
            <pc:docMk/>
            <pc:sldMk cId="2639372836" sldId="275"/>
            <ac:picMk id="10" creationId="{2FE4FC03-15C9-14A5-E453-CCDA76F24BDF}"/>
          </ac:picMkLst>
        </pc:picChg>
        <pc:cxnChg chg="mod">
          <ac:chgData name="Tonia Pedersen" userId="90b35334-d922-4736-a054-f475bb830731" providerId="ADAL" clId="{E863FB25-26DC-4EA2-A90F-C6EB6928BAFC}" dt="2023-02-22T15:25:04.113" v="1990"/>
          <ac:cxnSpMkLst>
            <pc:docMk/>
            <pc:sldMk cId="2639372836" sldId="275"/>
            <ac:cxnSpMk id="8" creationId="{D3AECAA2-DCDB-137B-E373-D73A5580C64E}"/>
          </ac:cxnSpMkLst>
        </pc:cxnChg>
      </pc:sldChg>
      <pc:sldChg chg="addSp modSp add mod">
        <pc:chgData name="Tonia Pedersen" userId="90b35334-d922-4736-a054-f475bb830731" providerId="ADAL" clId="{E863FB25-26DC-4EA2-A90F-C6EB6928BAFC}" dt="2023-02-24T16:02:32.692" v="2507" actId="20577"/>
        <pc:sldMkLst>
          <pc:docMk/>
          <pc:sldMk cId="2911805113" sldId="276"/>
        </pc:sldMkLst>
        <pc:spChg chg="mod">
          <ac:chgData name="Tonia Pedersen" userId="90b35334-d922-4736-a054-f475bb830731" providerId="ADAL" clId="{E863FB25-26DC-4EA2-A90F-C6EB6928BAFC}" dt="2023-02-24T16:02:32.692" v="2507" actId="20577"/>
          <ac:spMkLst>
            <pc:docMk/>
            <pc:sldMk cId="2911805113" sldId="276"/>
            <ac:spMk id="3" creationId="{7F5AFCD7-CF64-A7F6-B02F-987454D53E76}"/>
          </ac:spMkLst>
        </pc:spChg>
        <pc:picChg chg="add mod">
          <ac:chgData name="Tonia Pedersen" userId="90b35334-d922-4736-a054-f475bb830731" providerId="ADAL" clId="{E863FB25-26DC-4EA2-A90F-C6EB6928BAFC}" dt="2023-02-22T15:49:32.471" v="2106" actId="14100"/>
          <ac:picMkLst>
            <pc:docMk/>
            <pc:sldMk cId="2911805113" sldId="276"/>
            <ac:picMk id="4" creationId="{7150F93A-1CB4-5DE3-7A10-32F5499A7E14}"/>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5F1C9-9471-90C2-4709-FE2E4A268A6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3D52B3CC-60A7-206A-2A30-EBF6FF1991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4BAE7C0F-F333-8F38-53CE-48095EDE8C78}"/>
              </a:ext>
            </a:extLst>
          </p:cNvPr>
          <p:cNvSpPr>
            <a:spLocks noGrp="1"/>
          </p:cNvSpPr>
          <p:nvPr>
            <p:ph type="dt" sz="half" idx="10"/>
          </p:nvPr>
        </p:nvSpPr>
        <p:spPr/>
        <p:txBody>
          <a:bodyPr/>
          <a:lstStyle/>
          <a:p>
            <a:fld id="{29BFE5FB-EE99-4E69-B2F7-C156D52DE4BD}" type="datetimeFigureOut">
              <a:rPr lang="en-GB" smtClean="0"/>
              <a:t>19/12/2025</a:t>
            </a:fld>
            <a:endParaRPr lang="en-GB"/>
          </a:p>
        </p:txBody>
      </p:sp>
      <p:sp>
        <p:nvSpPr>
          <p:cNvPr id="5" name="Footer Placeholder 4">
            <a:extLst>
              <a:ext uri="{FF2B5EF4-FFF2-40B4-BE49-F238E27FC236}">
                <a16:creationId xmlns:a16="http://schemas.microsoft.com/office/drawing/2014/main" id="{678F4E4C-E527-AA77-6DA1-0E31079DF22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926DD10-B67C-1CE6-7497-0CF6F609F92C}"/>
              </a:ext>
            </a:extLst>
          </p:cNvPr>
          <p:cNvSpPr>
            <a:spLocks noGrp="1"/>
          </p:cNvSpPr>
          <p:nvPr>
            <p:ph type="sldNum" sz="quarter" idx="12"/>
          </p:nvPr>
        </p:nvSpPr>
        <p:spPr/>
        <p:txBody>
          <a:bodyPr/>
          <a:lstStyle/>
          <a:p>
            <a:fld id="{3836AF56-0639-4F1D-BCB4-5CA5D280A9DE}" type="slidenum">
              <a:rPr lang="en-GB" smtClean="0"/>
              <a:t>‹#›</a:t>
            </a:fld>
            <a:endParaRPr lang="en-GB"/>
          </a:p>
        </p:txBody>
      </p:sp>
    </p:spTree>
    <p:extLst>
      <p:ext uri="{BB962C8B-B14F-4D97-AF65-F5344CB8AC3E}">
        <p14:creationId xmlns:p14="http://schemas.microsoft.com/office/powerpoint/2010/main" val="1789852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25E03-1A85-77D3-7902-30001467D0E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1FFA24A-81DA-D537-8803-690C3408C3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AC94E75-6E40-2A60-8724-8702328AA0ED}"/>
              </a:ext>
            </a:extLst>
          </p:cNvPr>
          <p:cNvSpPr>
            <a:spLocks noGrp="1"/>
          </p:cNvSpPr>
          <p:nvPr>
            <p:ph type="dt" sz="half" idx="10"/>
          </p:nvPr>
        </p:nvSpPr>
        <p:spPr/>
        <p:txBody>
          <a:bodyPr/>
          <a:lstStyle/>
          <a:p>
            <a:fld id="{29BFE5FB-EE99-4E69-B2F7-C156D52DE4BD}" type="datetimeFigureOut">
              <a:rPr lang="en-GB" smtClean="0"/>
              <a:t>19/12/2025</a:t>
            </a:fld>
            <a:endParaRPr lang="en-GB"/>
          </a:p>
        </p:txBody>
      </p:sp>
      <p:sp>
        <p:nvSpPr>
          <p:cNvPr id="5" name="Footer Placeholder 4">
            <a:extLst>
              <a:ext uri="{FF2B5EF4-FFF2-40B4-BE49-F238E27FC236}">
                <a16:creationId xmlns:a16="http://schemas.microsoft.com/office/drawing/2014/main" id="{DA66BA81-A90E-3457-D74A-B464A446CF8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26C9233-1AAD-80CA-4ADB-E62DA3A09690}"/>
              </a:ext>
            </a:extLst>
          </p:cNvPr>
          <p:cNvSpPr>
            <a:spLocks noGrp="1"/>
          </p:cNvSpPr>
          <p:nvPr>
            <p:ph type="sldNum" sz="quarter" idx="12"/>
          </p:nvPr>
        </p:nvSpPr>
        <p:spPr/>
        <p:txBody>
          <a:bodyPr/>
          <a:lstStyle/>
          <a:p>
            <a:fld id="{3836AF56-0639-4F1D-BCB4-5CA5D280A9DE}" type="slidenum">
              <a:rPr lang="en-GB" smtClean="0"/>
              <a:t>‹#›</a:t>
            </a:fld>
            <a:endParaRPr lang="en-GB"/>
          </a:p>
        </p:txBody>
      </p:sp>
    </p:spTree>
    <p:extLst>
      <p:ext uri="{BB962C8B-B14F-4D97-AF65-F5344CB8AC3E}">
        <p14:creationId xmlns:p14="http://schemas.microsoft.com/office/powerpoint/2010/main" val="32369075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EE0B2-6A6A-DCDA-CC68-F7B4F2F3169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6D6F07E-1491-F591-8BA7-87945139D79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63EBEED-6B6B-FAA3-0403-02C8C334CC3D}"/>
              </a:ext>
            </a:extLst>
          </p:cNvPr>
          <p:cNvSpPr>
            <a:spLocks noGrp="1"/>
          </p:cNvSpPr>
          <p:nvPr>
            <p:ph type="dt" sz="half" idx="10"/>
          </p:nvPr>
        </p:nvSpPr>
        <p:spPr/>
        <p:txBody>
          <a:bodyPr/>
          <a:lstStyle/>
          <a:p>
            <a:fld id="{29BFE5FB-EE99-4E69-B2F7-C156D52DE4BD}" type="datetimeFigureOut">
              <a:rPr lang="en-GB" smtClean="0"/>
              <a:t>19/12/2025</a:t>
            </a:fld>
            <a:endParaRPr lang="en-GB"/>
          </a:p>
        </p:txBody>
      </p:sp>
      <p:sp>
        <p:nvSpPr>
          <p:cNvPr id="5" name="Footer Placeholder 4">
            <a:extLst>
              <a:ext uri="{FF2B5EF4-FFF2-40B4-BE49-F238E27FC236}">
                <a16:creationId xmlns:a16="http://schemas.microsoft.com/office/drawing/2014/main" id="{0AA87FC5-4D42-6872-231A-6E09CBF4B93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F799F3D-5B34-1DAA-715A-844FFEC63C7A}"/>
              </a:ext>
            </a:extLst>
          </p:cNvPr>
          <p:cNvSpPr>
            <a:spLocks noGrp="1"/>
          </p:cNvSpPr>
          <p:nvPr>
            <p:ph type="sldNum" sz="quarter" idx="12"/>
          </p:nvPr>
        </p:nvSpPr>
        <p:spPr/>
        <p:txBody>
          <a:bodyPr/>
          <a:lstStyle/>
          <a:p>
            <a:fld id="{3836AF56-0639-4F1D-BCB4-5CA5D280A9DE}" type="slidenum">
              <a:rPr lang="en-GB" smtClean="0"/>
              <a:t>‹#›</a:t>
            </a:fld>
            <a:endParaRPr lang="en-GB"/>
          </a:p>
        </p:txBody>
      </p:sp>
    </p:spTree>
    <p:extLst>
      <p:ext uri="{BB962C8B-B14F-4D97-AF65-F5344CB8AC3E}">
        <p14:creationId xmlns:p14="http://schemas.microsoft.com/office/powerpoint/2010/main" val="3009656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2FBD6-49F1-04F0-BD25-855D6434722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1DDD681-7344-A875-308B-0D1B276BEBE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C9A25BB-9A3C-EB4F-CFD2-6A17E1DB96F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E7AA77A-9CBD-E146-A29B-21EE1E8701B2}"/>
              </a:ext>
            </a:extLst>
          </p:cNvPr>
          <p:cNvSpPr>
            <a:spLocks noGrp="1"/>
          </p:cNvSpPr>
          <p:nvPr>
            <p:ph type="dt" sz="half" idx="10"/>
          </p:nvPr>
        </p:nvSpPr>
        <p:spPr/>
        <p:txBody>
          <a:bodyPr/>
          <a:lstStyle/>
          <a:p>
            <a:fld id="{29BFE5FB-EE99-4E69-B2F7-C156D52DE4BD}" type="datetimeFigureOut">
              <a:rPr lang="en-GB" smtClean="0"/>
              <a:t>19/12/2025</a:t>
            </a:fld>
            <a:endParaRPr lang="en-GB"/>
          </a:p>
        </p:txBody>
      </p:sp>
      <p:sp>
        <p:nvSpPr>
          <p:cNvPr id="6" name="Footer Placeholder 5">
            <a:extLst>
              <a:ext uri="{FF2B5EF4-FFF2-40B4-BE49-F238E27FC236}">
                <a16:creationId xmlns:a16="http://schemas.microsoft.com/office/drawing/2014/main" id="{4AD058BC-F2D4-8C62-D8DF-37551AF7A02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BC88A35-D9C1-5FE3-DBAD-F62121D9EBD2}"/>
              </a:ext>
            </a:extLst>
          </p:cNvPr>
          <p:cNvSpPr>
            <a:spLocks noGrp="1"/>
          </p:cNvSpPr>
          <p:nvPr>
            <p:ph type="sldNum" sz="quarter" idx="12"/>
          </p:nvPr>
        </p:nvSpPr>
        <p:spPr/>
        <p:txBody>
          <a:bodyPr/>
          <a:lstStyle/>
          <a:p>
            <a:fld id="{3836AF56-0639-4F1D-BCB4-5CA5D280A9DE}" type="slidenum">
              <a:rPr lang="en-GB" smtClean="0"/>
              <a:t>‹#›</a:t>
            </a:fld>
            <a:endParaRPr lang="en-GB"/>
          </a:p>
        </p:txBody>
      </p:sp>
    </p:spTree>
    <p:extLst>
      <p:ext uri="{BB962C8B-B14F-4D97-AF65-F5344CB8AC3E}">
        <p14:creationId xmlns:p14="http://schemas.microsoft.com/office/powerpoint/2010/main" val="27640455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F105C-BDD7-8D41-F016-743A68CBFCDB}"/>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0AC71E6-E152-3518-DC1A-A18D4B4250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360382-DEFC-5819-F737-2322B8FF1E9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FCDE1B78-1AB1-6B68-08AD-6B8405875E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76CB6C-282F-1936-08F2-3B21C59ACD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2A55DBA6-C799-7183-EAE5-46FF2F508A28}"/>
              </a:ext>
            </a:extLst>
          </p:cNvPr>
          <p:cNvSpPr>
            <a:spLocks noGrp="1"/>
          </p:cNvSpPr>
          <p:nvPr>
            <p:ph type="dt" sz="half" idx="10"/>
          </p:nvPr>
        </p:nvSpPr>
        <p:spPr/>
        <p:txBody>
          <a:bodyPr/>
          <a:lstStyle/>
          <a:p>
            <a:fld id="{29BFE5FB-EE99-4E69-B2F7-C156D52DE4BD}" type="datetimeFigureOut">
              <a:rPr lang="en-GB" smtClean="0"/>
              <a:t>19/12/2025</a:t>
            </a:fld>
            <a:endParaRPr lang="en-GB"/>
          </a:p>
        </p:txBody>
      </p:sp>
      <p:sp>
        <p:nvSpPr>
          <p:cNvPr id="8" name="Footer Placeholder 7">
            <a:extLst>
              <a:ext uri="{FF2B5EF4-FFF2-40B4-BE49-F238E27FC236}">
                <a16:creationId xmlns:a16="http://schemas.microsoft.com/office/drawing/2014/main" id="{DA160CA7-A5B1-DEFD-B6FE-42F2FA9E04F4}"/>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58EDBC46-8BF3-471C-8984-71A17A3BDEA6}"/>
              </a:ext>
            </a:extLst>
          </p:cNvPr>
          <p:cNvSpPr>
            <a:spLocks noGrp="1"/>
          </p:cNvSpPr>
          <p:nvPr>
            <p:ph type="sldNum" sz="quarter" idx="12"/>
          </p:nvPr>
        </p:nvSpPr>
        <p:spPr/>
        <p:txBody>
          <a:bodyPr/>
          <a:lstStyle/>
          <a:p>
            <a:fld id="{3836AF56-0639-4F1D-BCB4-5CA5D280A9DE}" type="slidenum">
              <a:rPr lang="en-GB" smtClean="0"/>
              <a:t>‹#›</a:t>
            </a:fld>
            <a:endParaRPr lang="en-GB"/>
          </a:p>
        </p:txBody>
      </p:sp>
    </p:spTree>
    <p:extLst>
      <p:ext uri="{BB962C8B-B14F-4D97-AF65-F5344CB8AC3E}">
        <p14:creationId xmlns:p14="http://schemas.microsoft.com/office/powerpoint/2010/main" val="2507188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810F8-9952-DE25-6D4A-2F39598E378A}"/>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BE8F6BE8-37CD-7FA6-9D3D-AC78B3B5B3EB}"/>
              </a:ext>
            </a:extLst>
          </p:cNvPr>
          <p:cNvSpPr>
            <a:spLocks noGrp="1"/>
          </p:cNvSpPr>
          <p:nvPr>
            <p:ph type="dt" sz="half" idx="10"/>
          </p:nvPr>
        </p:nvSpPr>
        <p:spPr/>
        <p:txBody>
          <a:bodyPr/>
          <a:lstStyle/>
          <a:p>
            <a:fld id="{29BFE5FB-EE99-4E69-B2F7-C156D52DE4BD}" type="datetimeFigureOut">
              <a:rPr lang="en-GB" smtClean="0"/>
              <a:t>19/12/2025</a:t>
            </a:fld>
            <a:endParaRPr lang="en-GB"/>
          </a:p>
        </p:txBody>
      </p:sp>
      <p:sp>
        <p:nvSpPr>
          <p:cNvPr id="4" name="Footer Placeholder 3">
            <a:extLst>
              <a:ext uri="{FF2B5EF4-FFF2-40B4-BE49-F238E27FC236}">
                <a16:creationId xmlns:a16="http://schemas.microsoft.com/office/drawing/2014/main" id="{BCD66D1A-F288-CB37-3F71-8175623DD2E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C569EC58-4057-7E73-F62A-1E9C62B8A471}"/>
              </a:ext>
            </a:extLst>
          </p:cNvPr>
          <p:cNvSpPr>
            <a:spLocks noGrp="1"/>
          </p:cNvSpPr>
          <p:nvPr>
            <p:ph type="sldNum" sz="quarter" idx="12"/>
          </p:nvPr>
        </p:nvSpPr>
        <p:spPr/>
        <p:txBody>
          <a:bodyPr/>
          <a:lstStyle/>
          <a:p>
            <a:fld id="{3836AF56-0639-4F1D-BCB4-5CA5D280A9DE}" type="slidenum">
              <a:rPr lang="en-GB" smtClean="0"/>
              <a:t>‹#›</a:t>
            </a:fld>
            <a:endParaRPr lang="en-GB"/>
          </a:p>
        </p:txBody>
      </p:sp>
    </p:spTree>
    <p:extLst>
      <p:ext uri="{BB962C8B-B14F-4D97-AF65-F5344CB8AC3E}">
        <p14:creationId xmlns:p14="http://schemas.microsoft.com/office/powerpoint/2010/main" val="2700912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BE9F22-B388-5F78-FAFB-7F1D2284E907}"/>
              </a:ext>
            </a:extLst>
          </p:cNvPr>
          <p:cNvSpPr>
            <a:spLocks noGrp="1"/>
          </p:cNvSpPr>
          <p:nvPr>
            <p:ph type="dt" sz="half" idx="10"/>
          </p:nvPr>
        </p:nvSpPr>
        <p:spPr/>
        <p:txBody>
          <a:bodyPr/>
          <a:lstStyle/>
          <a:p>
            <a:fld id="{29BFE5FB-EE99-4E69-B2F7-C156D52DE4BD}" type="datetimeFigureOut">
              <a:rPr lang="en-GB" smtClean="0"/>
              <a:t>19/12/2025</a:t>
            </a:fld>
            <a:endParaRPr lang="en-GB"/>
          </a:p>
        </p:txBody>
      </p:sp>
      <p:sp>
        <p:nvSpPr>
          <p:cNvPr id="3" name="Footer Placeholder 2">
            <a:extLst>
              <a:ext uri="{FF2B5EF4-FFF2-40B4-BE49-F238E27FC236}">
                <a16:creationId xmlns:a16="http://schemas.microsoft.com/office/drawing/2014/main" id="{77207FF7-CFC6-D7BC-C59E-E68A02DC94E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95657915-CDB5-3FCB-635C-D14979AE632E}"/>
              </a:ext>
            </a:extLst>
          </p:cNvPr>
          <p:cNvSpPr>
            <a:spLocks noGrp="1"/>
          </p:cNvSpPr>
          <p:nvPr>
            <p:ph type="sldNum" sz="quarter" idx="12"/>
          </p:nvPr>
        </p:nvSpPr>
        <p:spPr/>
        <p:txBody>
          <a:bodyPr/>
          <a:lstStyle/>
          <a:p>
            <a:fld id="{3836AF56-0639-4F1D-BCB4-5CA5D280A9DE}" type="slidenum">
              <a:rPr lang="en-GB" smtClean="0"/>
              <a:t>‹#›</a:t>
            </a:fld>
            <a:endParaRPr lang="en-GB"/>
          </a:p>
        </p:txBody>
      </p:sp>
    </p:spTree>
    <p:extLst>
      <p:ext uri="{BB962C8B-B14F-4D97-AF65-F5344CB8AC3E}">
        <p14:creationId xmlns:p14="http://schemas.microsoft.com/office/powerpoint/2010/main" val="19426744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C74A5-83B5-30F7-C594-1B5C37AFEE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FD3944A2-F477-AB66-913A-BBEFB759F9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7AE9ABA1-FD36-2DE7-4FDB-F9D599029A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5BEC39-DA11-ADCF-2B2D-65BBE500CCB6}"/>
              </a:ext>
            </a:extLst>
          </p:cNvPr>
          <p:cNvSpPr>
            <a:spLocks noGrp="1"/>
          </p:cNvSpPr>
          <p:nvPr>
            <p:ph type="dt" sz="half" idx="10"/>
          </p:nvPr>
        </p:nvSpPr>
        <p:spPr/>
        <p:txBody>
          <a:bodyPr/>
          <a:lstStyle/>
          <a:p>
            <a:fld id="{29BFE5FB-EE99-4E69-B2F7-C156D52DE4BD}" type="datetimeFigureOut">
              <a:rPr lang="en-GB" smtClean="0"/>
              <a:t>19/12/2025</a:t>
            </a:fld>
            <a:endParaRPr lang="en-GB"/>
          </a:p>
        </p:txBody>
      </p:sp>
      <p:sp>
        <p:nvSpPr>
          <p:cNvPr id="6" name="Footer Placeholder 5">
            <a:extLst>
              <a:ext uri="{FF2B5EF4-FFF2-40B4-BE49-F238E27FC236}">
                <a16:creationId xmlns:a16="http://schemas.microsoft.com/office/drawing/2014/main" id="{00A3AA93-8D28-572D-B60A-58AD51824B2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B82D4F5-2E4C-1187-50A9-C886296F5AED}"/>
              </a:ext>
            </a:extLst>
          </p:cNvPr>
          <p:cNvSpPr>
            <a:spLocks noGrp="1"/>
          </p:cNvSpPr>
          <p:nvPr>
            <p:ph type="sldNum" sz="quarter" idx="12"/>
          </p:nvPr>
        </p:nvSpPr>
        <p:spPr/>
        <p:txBody>
          <a:bodyPr/>
          <a:lstStyle/>
          <a:p>
            <a:fld id="{3836AF56-0639-4F1D-BCB4-5CA5D280A9DE}" type="slidenum">
              <a:rPr lang="en-GB" smtClean="0"/>
              <a:t>‹#›</a:t>
            </a:fld>
            <a:endParaRPr lang="en-GB"/>
          </a:p>
        </p:txBody>
      </p:sp>
    </p:spTree>
    <p:extLst>
      <p:ext uri="{BB962C8B-B14F-4D97-AF65-F5344CB8AC3E}">
        <p14:creationId xmlns:p14="http://schemas.microsoft.com/office/powerpoint/2010/main" val="2390006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E98F1-3BFF-BE77-86E2-6B39A7B032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B5020F7-EB43-A3C8-0ACD-F29984F7A1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AB35E69C-7846-544B-5480-712BC5FA10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1AA9BB-4722-0430-02BC-B0A8EC96DEF4}"/>
              </a:ext>
            </a:extLst>
          </p:cNvPr>
          <p:cNvSpPr>
            <a:spLocks noGrp="1"/>
          </p:cNvSpPr>
          <p:nvPr>
            <p:ph type="dt" sz="half" idx="10"/>
          </p:nvPr>
        </p:nvSpPr>
        <p:spPr/>
        <p:txBody>
          <a:bodyPr/>
          <a:lstStyle/>
          <a:p>
            <a:fld id="{29BFE5FB-EE99-4E69-B2F7-C156D52DE4BD}" type="datetimeFigureOut">
              <a:rPr lang="en-GB" smtClean="0"/>
              <a:t>19/12/2025</a:t>
            </a:fld>
            <a:endParaRPr lang="en-GB"/>
          </a:p>
        </p:txBody>
      </p:sp>
      <p:sp>
        <p:nvSpPr>
          <p:cNvPr id="6" name="Footer Placeholder 5">
            <a:extLst>
              <a:ext uri="{FF2B5EF4-FFF2-40B4-BE49-F238E27FC236}">
                <a16:creationId xmlns:a16="http://schemas.microsoft.com/office/drawing/2014/main" id="{C2110A55-821A-36B6-E969-DD7846D9176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B4C6A0E-6EFD-13D2-0C72-96DD33B083DC}"/>
              </a:ext>
            </a:extLst>
          </p:cNvPr>
          <p:cNvSpPr>
            <a:spLocks noGrp="1"/>
          </p:cNvSpPr>
          <p:nvPr>
            <p:ph type="sldNum" sz="quarter" idx="12"/>
          </p:nvPr>
        </p:nvSpPr>
        <p:spPr/>
        <p:txBody>
          <a:bodyPr/>
          <a:lstStyle/>
          <a:p>
            <a:fld id="{3836AF56-0639-4F1D-BCB4-5CA5D280A9DE}" type="slidenum">
              <a:rPr lang="en-GB" smtClean="0"/>
              <a:t>‹#›</a:t>
            </a:fld>
            <a:endParaRPr lang="en-GB"/>
          </a:p>
        </p:txBody>
      </p:sp>
    </p:spTree>
    <p:extLst>
      <p:ext uri="{BB962C8B-B14F-4D97-AF65-F5344CB8AC3E}">
        <p14:creationId xmlns:p14="http://schemas.microsoft.com/office/powerpoint/2010/main" val="19769892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2DDAE-A6BD-6DD7-032C-AEA69989D86F}"/>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6BAEC30-3E5A-3482-B883-83EA50B873E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06E0EF2-CCAF-84B3-3EB5-B3D80FAED467}"/>
              </a:ext>
            </a:extLst>
          </p:cNvPr>
          <p:cNvSpPr>
            <a:spLocks noGrp="1"/>
          </p:cNvSpPr>
          <p:nvPr>
            <p:ph type="dt" sz="half" idx="10"/>
          </p:nvPr>
        </p:nvSpPr>
        <p:spPr/>
        <p:txBody>
          <a:bodyPr/>
          <a:lstStyle/>
          <a:p>
            <a:fld id="{29BFE5FB-EE99-4E69-B2F7-C156D52DE4BD}" type="datetimeFigureOut">
              <a:rPr lang="en-GB" smtClean="0"/>
              <a:t>19/12/2025</a:t>
            </a:fld>
            <a:endParaRPr lang="en-GB"/>
          </a:p>
        </p:txBody>
      </p:sp>
      <p:sp>
        <p:nvSpPr>
          <p:cNvPr id="5" name="Footer Placeholder 4">
            <a:extLst>
              <a:ext uri="{FF2B5EF4-FFF2-40B4-BE49-F238E27FC236}">
                <a16:creationId xmlns:a16="http://schemas.microsoft.com/office/drawing/2014/main" id="{D37F17B6-FB92-1F9E-5937-E30B185CB98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DE43CBC-7A63-F93F-B344-3D6D4680F961}"/>
              </a:ext>
            </a:extLst>
          </p:cNvPr>
          <p:cNvSpPr>
            <a:spLocks noGrp="1"/>
          </p:cNvSpPr>
          <p:nvPr>
            <p:ph type="sldNum" sz="quarter" idx="12"/>
          </p:nvPr>
        </p:nvSpPr>
        <p:spPr/>
        <p:txBody>
          <a:bodyPr/>
          <a:lstStyle/>
          <a:p>
            <a:fld id="{3836AF56-0639-4F1D-BCB4-5CA5D280A9DE}" type="slidenum">
              <a:rPr lang="en-GB" smtClean="0"/>
              <a:t>‹#›</a:t>
            </a:fld>
            <a:endParaRPr lang="en-GB"/>
          </a:p>
        </p:txBody>
      </p:sp>
    </p:spTree>
    <p:extLst>
      <p:ext uri="{BB962C8B-B14F-4D97-AF65-F5344CB8AC3E}">
        <p14:creationId xmlns:p14="http://schemas.microsoft.com/office/powerpoint/2010/main" val="8932297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FF2EDF9-9CD2-CE55-CF65-111A5DC27D6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B43602E-63DA-2870-D9FD-9BBFF2B3569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DDD951-E212-E6E2-5E8F-ED7848372E8F}"/>
              </a:ext>
            </a:extLst>
          </p:cNvPr>
          <p:cNvSpPr>
            <a:spLocks noGrp="1"/>
          </p:cNvSpPr>
          <p:nvPr>
            <p:ph type="dt" sz="half" idx="10"/>
          </p:nvPr>
        </p:nvSpPr>
        <p:spPr/>
        <p:txBody>
          <a:bodyPr/>
          <a:lstStyle/>
          <a:p>
            <a:fld id="{29BFE5FB-EE99-4E69-B2F7-C156D52DE4BD}" type="datetimeFigureOut">
              <a:rPr lang="en-GB" smtClean="0"/>
              <a:t>19/12/2025</a:t>
            </a:fld>
            <a:endParaRPr lang="en-GB"/>
          </a:p>
        </p:txBody>
      </p:sp>
      <p:sp>
        <p:nvSpPr>
          <p:cNvPr id="5" name="Footer Placeholder 4">
            <a:extLst>
              <a:ext uri="{FF2B5EF4-FFF2-40B4-BE49-F238E27FC236}">
                <a16:creationId xmlns:a16="http://schemas.microsoft.com/office/drawing/2014/main" id="{33B5AC92-152C-385D-A481-96B87938B06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E68B138-E65B-EA93-A15A-54A30A997759}"/>
              </a:ext>
            </a:extLst>
          </p:cNvPr>
          <p:cNvSpPr>
            <a:spLocks noGrp="1"/>
          </p:cNvSpPr>
          <p:nvPr>
            <p:ph type="sldNum" sz="quarter" idx="12"/>
          </p:nvPr>
        </p:nvSpPr>
        <p:spPr/>
        <p:txBody>
          <a:bodyPr/>
          <a:lstStyle/>
          <a:p>
            <a:fld id="{3836AF56-0639-4F1D-BCB4-5CA5D280A9DE}" type="slidenum">
              <a:rPr lang="en-GB" smtClean="0"/>
              <a:t>‹#›</a:t>
            </a:fld>
            <a:endParaRPr lang="en-GB"/>
          </a:p>
        </p:txBody>
      </p:sp>
    </p:spTree>
    <p:extLst>
      <p:ext uri="{BB962C8B-B14F-4D97-AF65-F5344CB8AC3E}">
        <p14:creationId xmlns:p14="http://schemas.microsoft.com/office/powerpoint/2010/main" val="3743443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61FBBF-9ED2-8499-9A08-0A10D5BFD7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159D308-0A65-BEE4-B853-E19EB698BA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E704BDF-AE9B-3B9B-559C-BF26C32039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BFE5FB-EE99-4E69-B2F7-C156D52DE4BD}" type="datetimeFigureOut">
              <a:rPr lang="en-GB" smtClean="0"/>
              <a:t>19/12/2025</a:t>
            </a:fld>
            <a:endParaRPr lang="en-GB"/>
          </a:p>
        </p:txBody>
      </p:sp>
      <p:sp>
        <p:nvSpPr>
          <p:cNvPr id="5" name="Footer Placeholder 4">
            <a:extLst>
              <a:ext uri="{FF2B5EF4-FFF2-40B4-BE49-F238E27FC236}">
                <a16:creationId xmlns:a16="http://schemas.microsoft.com/office/drawing/2014/main" id="{3790AE92-001D-DD20-292D-C5105420CA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42F623F2-790E-3317-31FB-412C7D7027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36AF56-0639-4F1D-BCB4-5CA5D280A9DE}" type="slidenum">
              <a:rPr lang="en-GB" smtClean="0"/>
              <a:t>‹#›</a:t>
            </a:fld>
            <a:endParaRPr lang="en-GB"/>
          </a:p>
        </p:txBody>
      </p:sp>
    </p:spTree>
    <p:extLst>
      <p:ext uri="{BB962C8B-B14F-4D97-AF65-F5344CB8AC3E}">
        <p14:creationId xmlns:p14="http://schemas.microsoft.com/office/powerpoint/2010/main" val="9450426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D9420-8432-E62E-4C10-AC3A7A25E132}"/>
              </a:ext>
            </a:extLst>
          </p:cNvPr>
          <p:cNvSpPr>
            <a:spLocks noGrp="1"/>
          </p:cNvSpPr>
          <p:nvPr>
            <p:ph type="title"/>
          </p:nvPr>
        </p:nvSpPr>
        <p:spPr>
          <a:xfrm>
            <a:off x="838200" y="365126"/>
            <a:ext cx="10515600" cy="734002"/>
          </a:xfrm>
        </p:spPr>
        <p:txBody>
          <a:bodyPr>
            <a:normAutofit/>
          </a:bodyPr>
          <a:lstStyle/>
          <a:p>
            <a:r>
              <a:rPr lang="nb-NO" sz="3200" b="1"/>
              <a:t>DISC </a:t>
            </a:r>
            <a:r>
              <a:rPr lang="nb-NO" sz="3200" b="1" dirty="0"/>
              <a:t>DEXPI Blueprint use cases</a:t>
            </a:r>
            <a:endParaRPr lang="en-GB" sz="3200" b="1" dirty="0"/>
          </a:p>
        </p:txBody>
      </p:sp>
      <p:sp>
        <p:nvSpPr>
          <p:cNvPr id="3" name="Content Placeholder 2">
            <a:extLst>
              <a:ext uri="{FF2B5EF4-FFF2-40B4-BE49-F238E27FC236}">
                <a16:creationId xmlns:a16="http://schemas.microsoft.com/office/drawing/2014/main" id="{92DC97DF-048F-486A-80DE-1D363DFBFEC8}"/>
              </a:ext>
            </a:extLst>
          </p:cNvPr>
          <p:cNvSpPr>
            <a:spLocks noGrp="1"/>
          </p:cNvSpPr>
          <p:nvPr>
            <p:ph idx="1"/>
          </p:nvPr>
        </p:nvSpPr>
        <p:spPr>
          <a:xfrm>
            <a:off x="838200" y="1099128"/>
            <a:ext cx="5525655" cy="4351338"/>
          </a:xfrm>
        </p:spPr>
        <p:txBody>
          <a:bodyPr>
            <a:normAutofit/>
          </a:bodyPr>
          <a:lstStyle/>
          <a:p>
            <a:pPr marL="0" indent="0">
              <a:buNone/>
            </a:pPr>
            <a:r>
              <a:rPr lang="nb-NO" sz="1400" dirty="0"/>
              <a:t>The Blueprint files were initially created as an aid to the CAD tool DEXPI programming work. These files were then extended with ‘versions’ to include minor drafting updates so that the requirements for Persistent ID usage could be tested (Ref: Table 1)</a:t>
            </a:r>
          </a:p>
          <a:p>
            <a:pPr marL="0" indent="0">
              <a:buNone/>
            </a:pPr>
            <a:r>
              <a:rPr lang="nb-NO" sz="1400" dirty="0"/>
              <a:t>This document gives an overview of the Blueprint use case versions:</a:t>
            </a:r>
          </a:p>
          <a:p>
            <a:pPr>
              <a:buFontTx/>
              <a:buChar char="-"/>
            </a:pPr>
            <a:r>
              <a:rPr lang="nb-NO" sz="1400" dirty="0"/>
              <a:t>what is changed between versions</a:t>
            </a:r>
          </a:p>
          <a:p>
            <a:pPr>
              <a:buFontTx/>
              <a:buChar char="-"/>
            </a:pPr>
            <a:r>
              <a:rPr lang="nb-NO" sz="1400" dirty="0"/>
              <a:t>naming convention use for Blueprint ‘sets’ and versions</a:t>
            </a:r>
            <a:endParaRPr lang="en-GB" sz="1400" dirty="0"/>
          </a:p>
        </p:txBody>
      </p:sp>
      <p:graphicFrame>
        <p:nvGraphicFramePr>
          <p:cNvPr id="4" name="Table 3">
            <a:extLst>
              <a:ext uri="{FF2B5EF4-FFF2-40B4-BE49-F238E27FC236}">
                <a16:creationId xmlns:a16="http://schemas.microsoft.com/office/drawing/2014/main" id="{81A44B9C-3D74-E5A7-84B1-AD7BDB4DD246}"/>
              </a:ext>
            </a:extLst>
          </p:cNvPr>
          <p:cNvGraphicFramePr>
            <a:graphicFrameLocks noGrp="1"/>
          </p:cNvGraphicFramePr>
          <p:nvPr>
            <p:extLst>
              <p:ext uri="{D42A27DB-BD31-4B8C-83A1-F6EECF244321}">
                <p14:modId xmlns:p14="http://schemas.microsoft.com/office/powerpoint/2010/main" val="581867096"/>
              </p:ext>
            </p:extLst>
          </p:nvPr>
        </p:nvGraphicFramePr>
        <p:xfrm>
          <a:off x="6607560" y="1099128"/>
          <a:ext cx="5405389" cy="4351327"/>
        </p:xfrm>
        <a:graphic>
          <a:graphicData uri="http://schemas.openxmlformats.org/drawingml/2006/table">
            <a:tbl>
              <a:tblPr firstRow="1" firstCol="1" bandRow="1">
                <a:tableStyleId>{5C22544A-7EE6-4342-B048-85BDC9FD1C3A}</a:tableStyleId>
              </a:tblPr>
              <a:tblGrid>
                <a:gridCol w="1540536">
                  <a:extLst>
                    <a:ext uri="{9D8B030D-6E8A-4147-A177-3AD203B41FA5}">
                      <a16:colId xmlns:a16="http://schemas.microsoft.com/office/drawing/2014/main" val="1429521337"/>
                    </a:ext>
                  </a:extLst>
                </a:gridCol>
                <a:gridCol w="2756748">
                  <a:extLst>
                    <a:ext uri="{9D8B030D-6E8A-4147-A177-3AD203B41FA5}">
                      <a16:colId xmlns:a16="http://schemas.microsoft.com/office/drawing/2014/main" val="505578622"/>
                    </a:ext>
                  </a:extLst>
                </a:gridCol>
                <a:gridCol w="1108105">
                  <a:extLst>
                    <a:ext uri="{9D8B030D-6E8A-4147-A177-3AD203B41FA5}">
                      <a16:colId xmlns:a16="http://schemas.microsoft.com/office/drawing/2014/main" val="1598654004"/>
                    </a:ext>
                  </a:extLst>
                </a:gridCol>
              </a:tblGrid>
              <a:tr h="141891">
                <a:tc>
                  <a:txBody>
                    <a:bodyPr/>
                    <a:lstStyle/>
                    <a:p>
                      <a:pPr>
                        <a:spcBef>
                          <a:spcPts val="1200"/>
                        </a:spcBef>
                        <a:buNone/>
                      </a:pPr>
                      <a:r>
                        <a:rPr lang="nb-NO" sz="800">
                          <a:effectLst/>
                        </a:rPr>
                        <a:t>DEXPI class type</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800">
                          <a:effectLst/>
                        </a:rPr>
                        <a:t>Comment</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800">
                          <a:effectLst/>
                        </a:rPr>
                        <a:t>Persistent ID</a:t>
                      </a:r>
                      <a:endParaRPr lang="en-GB" sz="800">
                        <a:effectLst/>
                        <a:latin typeface="Times New Roman" panose="02020603050405020304" pitchFamily="18" charset="0"/>
                        <a:ea typeface="Times New Roman" panose="02020603050405020304" pitchFamily="18" charset="0"/>
                      </a:endParaRPr>
                    </a:p>
                  </a:txBody>
                  <a:tcPr marL="31531" marR="31531" marT="0" marB="0" anchor="ctr"/>
                </a:tc>
                <a:extLst>
                  <a:ext uri="{0D108BD9-81ED-4DB2-BD59-A6C34878D82A}">
                    <a16:rowId xmlns:a16="http://schemas.microsoft.com/office/drawing/2014/main" val="537375607"/>
                  </a:ext>
                </a:extLst>
              </a:tr>
              <a:tr h="141891">
                <a:tc>
                  <a:txBody>
                    <a:bodyPr/>
                    <a:lstStyle/>
                    <a:p>
                      <a:pPr>
                        <a:spcBef>
                          <a:spcPts val="1200"/>
                        </a:spcBef>
                        <a:buNone/>
                      </a:pPr>
                      <a:r>
                        <a:rPr lang="nb-NO" sz="700">
                          <a:effectLst/>
                        </a:rPr>
                        <a:t>PlantStructureItem</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en-GB" sz="700">
                          <a:effectLst/>
                        </a:rPr>
                        <a:t>All subtypes which are included in the export</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a:effectLst/>
                        </a:rPr>
                        <a:t>Required</a:t>
                      </a:r>
                      <a:endParaRPr lang="en-GB" sz="800">
                        <a:effectLst/>
                        <a:latin typeface="Times New Roman" panose="02020603050405020304" pitchFamily="18" charset="0"/>
                        <a:ea typeface="Times New Roman" panose="02020603050405020304" pitchFamily="18" charset="0"/>
                      </a:endParaRPr>
                    </a:p>
                  </a:txBody>
                  <a:tcPr marL="31531" marR="31531" marT="0" marB="0" anchor="ctr"/>
                </a:tc>
                <a:extLst>
                  <a:ext uri="{0D108BD9-81ED-4DB2-BD59-A6C34878D82A}">
                    <a16:rowId xmlns:a16="http://schemas.microsoft.com/office/drawing/2014/main" val="2963488352"/>
                  </a:ext>
                </a:extLst>
              </a:tr>
              <a:tr h="141891">
                <a:tc>
                  <a:txBody>
                    <a:bodyPr/>
                    <a:lstStyle/>
                    <a:p>
                      <a:pPr>
                        <a:spcBef>
                          <a:spcPts val="1200"/>
                        </a:spcBef>
                        <a:buNone/>
                      </a:pPr>
                      <a:r>
                        <a:rPr lang="nb-NO" sz="700">
                          <a:effectLst/>
                        </a:rPr>
                        <a:t>Note</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a:effectLst/>
                        </a:rPr>
                        <a:t> </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a:effectLst/>
                        </a:rPr>
                        <a:t>Required</a:t>
                      </a:r>
                      <a:endParaRPr lang="en-GB" sz="800">
                        <a:effectLst/>
                        <a:latin typeface="Times New Roman" panose="02020603050405020304" pitchFamily="18" charset="0"/>
                        <a:ea typeface="Times New Roman" panose="02020603050405020304" pitchFamily="18" charset="0"/>
                      </a:endParaRPr>
                    </a:p>
                  </a:txBody>
                  <a:tcPr marL="31531" marR="31531" marT="0" marB="0" anchor="ctr"/>
                </a:tc>
                <a:extLst>
                  <a:ext uri="{0D108BD9-81ED-4DB2-BD59-A6C34878D82A}">
                    <a16:rowId xmlns:a16="http://schemas.microsoft.com/office/drawing/2014/main" val="2919422587"/>
                  </a:ext>
                </a:extLst>
              </a:tr>
              <a:tr h="141891">
                <a:tc>
                  <a:txBody>
                    <a:bodyPr/>
                    <a:lstStyle/>
                    <a:p>
                      <a:pPr>
                        <a:spcBef>
                          <a:spcPts val="1200"/>
                        </a:spcBef>
                        <a:buNone/>
                      </a:pPr>
                      <a:r>
                        <a:rPr lang="nb-NO" sz="700">
                          <a:effectLst/>
                        </a:rPr>
                        <a:t>PipeOffPageConnector</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dirty="0">
                          <a:effectLst/>
                        </a:rPr>
                        <a:t> </a:t>
                      </a:r>
                      <a:endParaRPr lang="en-GB" sz="800" dirty="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a:effectLst/>
                        </a:rPr>
                        <a:t>Required</a:t>
                      </a:r>
                      <a:endParaRPr lang="en-GB" sz="800">
                        <a:effectLst/>
                        <a:latin typeface="Times New Roman" panose="02020603050405020304" pitchFamily="18" charset="0"/>
                        <a:ea typeface="Times New Roman" panose="02020603050405020304" pitchFamily="18" charset="0"/>
                      </a:endParaRPr>
                    </a:p>
                  </a:txBody>
                  <a:tcPr marL="31531" marR="31531" marT="0" marB="0" anchor="ctr"/>
                </a:tc>
                <a:extLst>
                  <a:ext uri="{0D108BD9-81ED-4DB2-BD59-A6C34878D82A}">
                    <a16:rowId xmlns:a16="http://schemas.microsoft.com/office/drawing/2014/main" val="2367556064"/>
                  </a:ext>
                </a:extLst>
              </a:tr>
              <a:tr h="141891">
                <a:tc>
                  <a:txBody>
                    <a:bodyPr/>
                    <a:lstStyle/>
                    <a:p>
                      <a:pPr>
                        <a:spcBef>
                          <a:spcPts val="1200"/>
                        </a:spcBef>
                        <a:buNone/>
                      </a:pPr>
                      <a:r>
                        <a:rPr lang="nb-NO" sz="700">
                          <a:effectLst/>
                        </a:rPr>
                        <a:t>SignalOffPageConnector</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a:effectLst/>
                        </a:rPr>
                        <a:t> </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a:effectLst/>
                        </a:rPr>
                        <a:t>Required</a:t>
                      </a:r>
                      <a:endParaRPr lang="en-GB" sz="800">
                        <a:effectLst/>
                        <a:latin typeface="Times New Roman" panose="02020603050405020304" pitchFamily="18" charset="0"/>
                        <a:ea typeface="Times New Roman" panose="02020603050405020304" pitchFamily="18" charset="0"/>
                      </a:endParaRPr>
                    </a:p>
                  </a:txBody>
                  <a:tcPr marL="31531" marR="31531" marT="0" marB="0" anchor="ctr"/>
                </a:tc>
                <a:extLst>
                  <a:ext uri="{0D108BD9-81ED-4DB2-BD59-A6C34878D82A}">
                    <a16:rowId xmlns:a16="http://schemas.microsoft.com/office/drawing/2014/main" val="2491291865"/>
                  </a:ext>
                </a:extLst>
              </a:tr>
              <a:tr h="236486">
                <a:tc>
                  <a:txBody>
                    <a:bodyPr/>
                    <a:lstStyle/>
                    <a:p>
                      <a:pPr>
                        <a:spcBef>
                          <a:spcPts val="1200"/>
                        </a:spcBef>
                        <a:buNone/>
                      </a:pPr>
                      <a:r>
                        <a:rPr lang="nb-NO" sz="700">
                          <a:effectLst/>
                        </a:rPr>
                        <a:t>Equipment</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en-GB" sz="700">
                          <a:effectLst/>
                        </a:rPr>
                        <a:t>All subtypes which have a representation on the P&amp;ID</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a:effectLst/>
                        </a:rPr>
                        <a:t>Required</a:t>
                      </a:r>
                      <a:endParaRPr lang="en-GB" sz="800">
                        <a:effectLst/>
                        <a:latin typeface="Times New Roman" panose="02020603050405020304" pitchFamily="18" charset="0"/>
                        <a:ea typeface="Times New Roman" panose="02020603050405020304" pitchFamily="18" charset="0"/>
                      </a:endParaRPr>
                    </a:p>
                  </a:txBody>
                  <a:tcPr marL="31531" marR="31531" marT="0" marB="0" anchor="ctr"/>
                </a:tc>
                <a:extLst>
                  <a:ext uri="{0D108BD9-81ED-4DB2-BD59-A6C34878D82A}">
                    <a16:rowId xmlns:a16="http://schemas.microsoft.com/office/drawing/2014/main" val="2228193835"/>
                  </a:ext>
                </a:extLst>
              </a:tr>
              <a:tr h="216216">
                <a:tc>
                  <a:txBody>
                    <a:bodyPr/>
                    <a:lstStyle/>
                    <a:p>
                      <a:pPr>
                        <a:spcBef>
                          <a:spcPts val="1200"/>
                        </a:spcBef>
                        <a:buNone/>
                      </a:pPr>
                      <a:r>
                        <a:rPr lang="nb-NO" sz="700">
                          <a:effectLst/>
                        </a:rPr>
                        <a:t>Nozzle</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en-GB" sz="700">
                          <a:effectLst/>
                        </a:rPr>
                        <a:t>NOT included: items without a RepresentationTypeGroup (Graphical representation)</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a:effectLst/>
                        </a:rPr>
                        <a:t>Required</a:t>
                      </a:r>
                      <a:endParaRPr lang="en-GB" sz="800">
                        <a:effectLst/>
                        <a:latin typeface="Times New Roman" panose="02020603050405020304" pitchFamily="18" charset="0"/>
                        <a:ea typeface="Times New Roman" panose="02020603050405020304" pitchFamily="18" charset="0"/>
                      </a:endParaRPr>
                    </a:p>
                  </a:txBody>
                  <a:tcPr marL="31531" marR="31531" marT="0" marB="0" anchor="ctr"/>
                </a:tc>
                <a:extLst>
                  <a:ext uri="{0D108BD9-81ED-4DB2-BD59-A6C34878D82A}">
                    <a16:rowId xmlns:a16="http://schemas.microsoft.com/office/drawing/2014/main" val="3408850916"/>
                  </a:ext>
                </a:extLst>
              </a:tr>
              <a:tr h="141891">
                <a:tc>
                  <a:txBody>
                    <a:bodyPr/>
                    <a:lstStyle/>
                    <a:p>
                      <a:pPr>
                        <a:spcBef>
                          <a:spcPts val="1200"/>
                        </a:spcBef>
                        <a:buNone/>
                      </a:pPr>
                      <a:r>
                        <a:rPr lang="nb-NO" sz="700">
                          <a:effectLst/>
                        </a:rPr>
                        <a:t>ProcessColumnComponent</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a:effectLst/>
                        </a:rPr>
                        <a:t> </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a:effectLst/>
                        </a:rPr>
                        <a:t>Required</a:t>
                      </a:r>
                      <a:endParaRPr lang="en-GB" sz="800">
                        <a:effectLst/>
                        <a:latin typeface="Times New Roman" panose="02020603050405020304" pitchFamily="18" charset="0"/>
                        <a:ea typeface="Times New Roman" panose="02020603050405020304" pitchFamily="18" charset="0"/>
                      </a:endParaRPr>
                    </a:p>
                  </a:txBody>
                  <a:tcPr marL="31531" marR="31531" marT="0" marB="0" anchor="ctr"/>
                </a:tc>
                <a:extLst>
                  <a:ext uri="{0D108BD9-81ED-4DB2-BD59-A6C34878D82A}">
                    <a16:rowId xmlns:a16="http://schemas.microsoft.com/office/drawing/2014/main" val="3367239441"/>
                  </a:ext>
                </a:extLst>
              </a:tr>
              <a:tr h="141891">
                <a:tc>
                  <a:txBody>
                    <a:bodyPr/>
                    <a:lstStyle/>
                    <a:p>
                      <a:pPr>
                        <a:spcBef>
                          <a:spcPts val="1200"/>
                        </a:spcBef>
                        <a:buNone/>
                      </a:pPr>
                      <a:r>
                        <a:rPr lang="nb-NO" sz="700">
                          <a:effectLst/>
                        </a:rPr>
                        <a:t>PipingNetworkSystem </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a:effectLst/>
                        </a:rPr>
                        <a:t> </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a:effectLst/>
                        </a:rPr>
                        <a:t>Required</a:t>
                      </a:r>
                      <a:endParaRPr lang="en-GB" sz="800">
                        <a:effectLst/>
                        <a:latin typeface="Times New Roman" panose="02020603050405020304" pitchFamily="18" charset="0"/>
                        <a:ea typeface="Times New Roman" panose="02020603050405020304" pitchFamily="18" charset="0"/>
                      </a:endParaRPr>
                    </a:p>
                  </a:txBody>
                  <a:tcPr marL="31531" marR="31531" marT="0" marB="0" anchor="ctr"/>
                </a:tc>
                <a:extLst>
                  <a:ext uri="{0D108BD9-81ED-4DB2-BD59-A6C34878D82A}">
                    <a16:rowId xmlns:a16="http://schemas.microsoft.com/office/drawing/2014/main" val="430271310"/>
                  </a:ext>
                </a:extLst>
              </a:tr>
              <a:tr h="351350">
                <a:tc>
                  <a:txBody>
                    <a:bodyPr/>
                    <a:lstStyle/>
                    <a:p>
                      <a:pPr>
                        <a:spcBef>
                          <a:spcPts val="1200"/>
                        </a:spcBef>
                        <a:buNone/>
                      </a:pPr>
                      <a:r>
                        <a:rPr lang="nb-NO" sz="700">
                          <a:effectLst/>
                        </a:rPr>
                        <a:t>PipingComponent</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en-GB" sz="700">
                          <a:effectLst/>
                        </a:rPr>
                        <a:t>All subtypes which have a representation on the P&amp;ID.</a:t>
                      </a:r>
                      <a:br>
                        <a:rPr lang="en-GB" sz="700">
                          <a:effectLst/>
                        </a:rPr>
                      </a:br>
                      <a:r>
                        <a:rPr lang="en-GB" sz="700">
                          <a:effectLst/>
                        </a:rPr>
                        <a:t>NOT included: items without a RepresentationTypeGroup (Graphical representation)</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a:effectLst/>
                        </a:rPr>
                        <a:t>Required</a:t>
                      </a:r>
                      <a:endParaRPr lang="en-GB" sz="800">
                        <a:effectLst/>
                        <a:latin typeface="Times New Roman" panose="02020603050405020304" pitchFamily="18" charset="0"/>
                        <a:ea typeface="Times New Roman" panose="02020603050405020304" pitchFamily="18" charset="0"/>
                      </a:endParaRPr>
                    </a:p>
                  </a:txBody>
                  <a:tcPr marL="31531" marR="31531" marT="0" marB="0" anchor="ctr"/>
                </a:tc>
                <a:extLst>
                  <a:ext uri="{0D108BD9-81ED-4DB2-BD59-A6C34878D82A}">
                    <a16:rowId xmlns:a16="http://schemas.microsoft.com/office/drawing/2014/main" val="1763899742"/>
                  </a:ext>
                </a:extLst>
              </a:tr>
              <a:tr h="141891">
                <a:tc>
                  <a:txBody>
                    <a:bodyPr/>
                    <a:lstStyle/>
                    <a:p>
                      <a:pPr>
                        <a:spcBef>
                          <a:spcPts val="1200"/>
                        </a:spcBef>
                        <a:buNone/>
                      </a:pPr>
                      <a:r>
                        <a:rPr lang="nb-NO" sz="700">
                          <a:effectLst/>
                        </a:rPr>
                        <a:t>ControlledActuator</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dirty="0">
                          <a:effectLst/>
                        </a:rPr>
                        <a:t> </a:t>
                      </a:r>
                      <a:endParaRPr lang="en-GB" sz="800" dirty="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a:effectLst/>
                        </a:rPr>
                        <a:t>Required</a:t>
                      </a:r>
                      <a:endParaRPr lang="en-GB" sz="800">
                        <a:effectLst/>
                        <a:latin typeface="Times New Roman" panose="02020603050405020304" pitchFamily="18" charset="0"/>
                        <a:ea typeface="Times New Roman" panose="02020603050405020304" pitchFamily="18" charset="0"/>
                      </a:endParaRPr>
                    </a:p>
                  </a:txBody>
                  <a:tcPr marL="31531" marR="31531" marT="0" marB="0" anchor="ctr"/>
                </a:tc>
                <a:extLst>
                  <a:ext uri="{0D108BD9-81ED-4DB2-BD59-A6C34878D82A}">
                    <a16:rowId xmlns:a16="http://schemas.microsoft.com/office/drawing/2014/main" val="3171195498"/>
                  </a:ext>
                </a:extLst>
              </a:tr>
              <a:tr h="141891">
                <a:tc>
                  <a:txBody>
                    <a:bodyPr/>
                    <a:lstStyle/>
                    <a:p>
                      <a:pPr>
                        <a:spcBef>
                          <a:spcPts val="1200"/>
                        </a:spcBef>
                        <a:buNone/>
                      </a:pPr>
                      <a:r>
                        <a:rPr lang="nb-NO" sz="700">
                          <a:effectLst/>
                        </a:rPr>
                        <a:t>ProcessInstrumentationFunction</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a:effectLst/>
                        </a:rPr>
                        <a:t> And subtypes.</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a:effectLst/>
                        </a:rPr>
                        <a:t>Required</a:t>
                      </a:r>
                      <a:endParaRPr lang="en-GB" sz="800">
                        <a:effectLst/>
                        <a:latin typeface="Times New Roman" panose="02020603050405020304" pitchFamily="18" charset="0"/>
                        <a:ea typeface="Times New Roman" panose="02020603050405020304" pitchFamily="18" charset="0"/>
                      </a:endParaRPr>
                    </a:p>
                  </a:txBody>
                  <a:tcPr marL="31531" marR="31531" marT="0" marB="0" anchor="ctr"/>
                </a:tc>
                <a:extLst>
                  <a:ext uri="{0D108BD9-81ED-4DB2-BD59-A6C34878D82A}">
                    <a16:rowId xmlns:a16="http://schemas.microsoft.com/office/drawing/2014/main" val="1314466328"/>
                  </a:ext>
                </a:extLst>
              </a:tr>
              <a:tr h="141891">
                <a:tc>
                  <a:txBody>
                    <a:bodyPr/>
                    <a:lstStyle/>
                    <a:p>
                      <a:pPr>
                        <a:spcBef>
                          <a:spcPts val="1200"/>
                        </a:spcBef>
                        <a:buNone/>
                      </a:pPr>
                      <a:r>
                        <a:rPr lang="nb-NO" sz="700">
                          <a:effectLst/>
                        </a:rPr>
                        <a:t>InstrumentationLoopFunction</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a:effectLst/>
                        </a:rPr>
                        <a:t> </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a:effectLst/>
                        </a:rPr>
                        <a:t>Required</a:t>
                      </a:r>
                      <a:endParaRPr lang="en-GB" sz="800">
                        <a:effectLst/>
                        <a:latin typeface="Times New Roman" panose="02020603050405020304" pitchFamily="18" charset="0"/>
                        <a:ea typeface="Times New Roman" panose="02020603050405020304" pitchFamily="18" charset="0"/>
                      </a:endParaRPr>
                    </a:p>
                  </a:txBody>
                  <a:tcPr marL="31531" marR="31531" marT="0" marB="0" anchor="ctr"/>
                </a:tc>
                <a:extLst>
                  <a:ext uri="{0D108BD9-81ED-4DB2-BD59-A6C34878D82A}">
                    <a16:rowId xmlns:a16="http://schemas.microsoft.com/office/drawing/2014/main" val="729883032"/>
                  </a:ext>
                </a:extLst>
              </a:tr>
              <a:tr h="141891">
                <a:tc>
                  <a:txBody>
                    <a:bodyPr/>
                    <a:lstStyle/>
                    <a:p>
                      <a:pPr>
                        <a:spcBef>
                          <a:spcPts val="1200"/>
                        </a:spcBef>
                        <a:buNone/>
                      </a:pPr>
                      <a:r>
                        <a:rPr lang="nb-NO" sz="700">
                          <a:effectLst/>
                        </a:rPr>
                        <a:t>SignalConveyingFunction</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a:effectLst/>
                        </a:rPr>
                        <a:t>NOT included: MeasuringLineFunction</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a:effectLst/>
                        </a:rPr>
                        <a:t>Required</a:t>
                      </a:r>
                      <a:endParaRPr lang="en-GB" sz="800">
                        <a:effectLst/>
                        <a:latin typeface="Times New Roman" panose="02020603050405020304" pitchFamily="18" charset="0"/>
                        <a:ea typeface="Times New Roman" panose="02020603050405020304" pitchFamily="18" charset="0"/>
                      </a:endParaRPr>
                    </a:p>
                  </a:txBody>
                  <a:tcPr marL="31531" marR="31531" marT="0" marB="0" anchor="ctr"/>
                </a:tc>
                <a:extLst>
                  <a:ext uri="{0D108BD9-81ED-4DB2-BD59-A6C34878D82A}">
                    <a16:rowId xmlns:a16="http://schemas.microsoft.com/office/drawing/2014/main" val="2944164972"/>
                  </a:ext>
                </a:extLst>
              </a:tr>
              <a:tr h="141891">
                <a:tc>
                  <a:txBody>
                    <a:bodyPr/>
                    <a:lstStyle/>
                    <a:p>
                      <a:pPr>
                        <a:spcBef>
                          <a:spcPts val="1200"/>
                        </a:spcBef>
                        <a:buNone/>
                      </a:pPr>
                      <a:r>
                        <a:rPr lang="nb-NO" sz="700">
                          <a:effectLst/>
                        </a:rPr>
                        <a:t>PipingNetworkSegment</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a:effectLst/>
                        </a:rPr>
                        <a:t> </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a:effectLst/>
                        </a:rPr>
                        <a:t>Not Required</a:t>
                      </a:r>
                      <a:endParaRPr lang="en-GB" sz="800">
                        <a:effectLst/>
                        <a:latin typeface="Times New Roman" panose="02020603050405020304" pitchFamily="18" charset="0"/>
                        <a:ea typeface="Times New Roman" panose="02020603050405020304" pitchFamily="18" charset="0"/>
                      </a:endParaRPr>
                    </a:p>
                  </a:txBody>
                  <a:tcPr marL="31531" marR="31531" marT="0" marB="0" anchor="ctr"/>
                </a:tc>
                <a:extLst>
                  <a:ext uri="{0D108BD9-81ED-4DB2-BD59-A6C34878D82A}">
                    <a16:rowId xmlns:a16="http://schemas.microsoft.com/office/drawing/2014/main" val="2891079703"/>
                  </a:ext>
                </a:extLst>
              </a:tr>
              <a:tr h="141891">
                <a:tc>
                  <a:txBody>
                    <a:bodyPr/>
                    <a:lstStyle/>
                    <a:p>
                      <a:pPr>
                        <a:spcBef>
                          <a:spcPts val="1200"/>
                        </a:spcBef>
                        <a:buNone/>
                      </a:pPr>
                      <a:r>
                        <a:rPr lang="nb-NO" sz="700">
                          <a:effectLst/>
                        </a:rPr>
                        <a:t>PipingConnection</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a:effectLst/>
                        </a:rPr>
                        <a:t> </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a:effectLst/>
                        </a:rPr>
                        <a:t>Not Required</a:t>
                      </a:r>
                      <a:endParaRPr lang="en-GB" sz="800">
                        <a:effectLst/>
                        <a:latin typeface="Times New Roman" panose="02020603050405020304" pitchFamily="18" charset="0"/>
                        <a:ea typeface="Times New Roman" panose="02020603050405020304" pitchFamily="18" charset="0"/>
                      </a:endParaRPr>
                    </a:p>
                  </a:txBody>
                  <a:tcPr marL="31531" marR="31531" marT="0" marB="0" anchor="ctr"/>
                </a:tc>
                <a:extLst>
                  <a:ext uri="{0D108BD9-81ED-4DB2-BD59-A6C34878D82A}">
                    <a16:rowId xmlns:a16="http://schemas.microsoft.com/office/drawing/2014/main" val="3116922087"/>
                  </a:ext>
                </a:extLst>
              </a:tr>
              <a:tr h="141891">
                <a:tc>
                  <a:txBody>
                    <a:bodyPr/>
                    <a:lstStyle/>
                    <a:p>
                      <a:pPr>
                        <a:spcBef>
                          <a:spcPts val="1200"/>
                        </a:spcBef>
                        <a:buNone/>
                      </a:pPr>
                      <a:r>
                        <a:rPr lang="nb-NO" sz="700">
                          <a:effectLst/>
                        </a:rPr>
                        <a:t>MeasuringLineFunction</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a:effectLst/>
                        </a:rPr>
                        <a:t> </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a:effectLst/>
                        </a:rPr>
                        <a:t>Not Required</a:t>
                      </a:r>
                      <a:endParaRPr lang="en-GB" sz="800">
                        <a:effectLst/>
                        <a:latin typeface="Times New Roman" panose="02020603050405020304" pitchFamily="18" charset="0"/>
                        <a:ea typeface="Times New Roman" panose="02020603050405020304" pitchFamily="18" charset="0"/>
                      </a:endParaRPr>
                    </a:p>
                  </a:txBody>
                  <a:tcPr marL="31531" marR="31531" marT="0" marB="0" anchor="ctr"/>
                </a:tc>
                <a:extLst>
                  <a:ext uri="{0D108BD9-81ED-4DB2-BD59-A6C34878D82A}">
                    <a16:rowId xmlns:a16="http://schemas.microsoft.com/office/drawing/2014/main" val="2694892427"/>
                  </a:ext>
                </a:extLst>
              </a:tr>
              <a:tr h="141891">
                <a:tc>
                  <a:txBody>
                    <a:bodyPr/>
                    <a:lstStyle/>
                    <a:p>
                      <a:pPr>
                        <a:spcBef>
                          <a:spcPts val="1200"/>
                        </a:spcBef>
                        <a:buNone/>
                      </a:pPr>
                      <a:r>
                        <a:rPr lang="nb-NO" sz="700">
                          <a:effectLst/>
                        </a:rPr>
                        <a:t>ActuatingElectricalFunction</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a:effectLst/>
                        </a:rPr>
                        <a:t> </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a:effectLst/>
                        </a:rPr>
                        <a:t>Not Required</a:t>
                      </a:r>
                      <a:endParaRPr lang="en-GB" sz="800">
                        <a:effectLst/>
                        <a:latin typeface="Times New Roman" panose="02020603050405020304" pitchFamily="18" charset="0"/>
                        <a:ea typeface="Times New Roman" panose="02020603050405020304" pitchFamily="18" charset="0"/>
                      </a:endParaRPr>
                    </a:p>
                  </a:txBody>
                  <a:tcPr marL="31531" marR="31531" marT="0" marB="0" anchor="ctr"/>
                </a:tc>
                <a:extLst>
                  <a:ext uri="{0D108BD9-81ED-4DB2-BD59-A6C34878D82A}">
                    <a16:rowId xmlns:a16="http://schemas.microsoft.com/office/drawing/2014/main" val="1939114054"/>
                  </a:ext>
                </a:extLst>
              </a:tr>
              <a:tr h="141891">
                <a:tc>
                  <a:txBody>
                    <a:bodyPr/>
                    <a:lstStyle/>
                    <a:p>
                      <a:pPr>
                        <a:spcBef>
                          <a:spcPts val="1200"/>
                        </a:spcBef>
                        <a:buNone/>
                      </a:pPr>
                      <a:r>
                        <a:rPr lang="nb-NO" sz="700">
                          <a:effectLst/>
                        </a:rPr>
                        <a:t>ActuatingSystem</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a:effectLst/>
                        </a:rPr>
                        <a:t> </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a:effectLst/>
                        </a:rPr>
                        <a:t>Not Required</a:t>
                      </a:r>
                      <a:endParaRPr lang="en-GB" sz="800">
                        <a:effectLst/>
                        <a:latin typeface="Times New Roman" panose="02020603050405020304" pitchFamily="18" charset="0"/>
                        <a:ea typeface="Times New Roman" panose="02020603050405020304" pitchFamily="18" charset="0"/>
                      </a:endParaRPr>
                    </a:p>
                  </a:txBody>
                  <a:tcPr marL="31531" marR="31531" marT="0" marB="0" anchor="ctr"/>
                </a:tc>
                <a:extLst>
                  <a:ext uri="{0D108BD9-81ED-4DB2-BD59-A6C34878D82A}">
                    <a16:rowId xmlns:a16="http://schemas.microsoft.com/office/drawing/2014/main" val="3876505347"/>
                  </a:ext>
                </a:extLst>
              </a:tr>
              <a:tr h="141891">
                <a:tc>
                  <a:txBody>
                    <a:bodyPr/>
                    <a:lstStyle/>
                    <a:p>
                      <a:pPr>
                        <a:spcBef>
                          <a:spcPts val="1200"/>
                        </a:spcBef>
                        <a:buNone/>
                      </a:pPr>
                      <a:r>
                        <a:rPr lang="nb-NO" sz="700">
                          <a:effectLst/>
                        </a:rPr>
                        <a:t>ActuatingFunction</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a:effectLst/>
                        </a:rPr>
                        <a:t> </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a:effectLst/>
                        </a:rPr>
                        <a:t>Not Required</a:t>
                      </a:r>
                      <a:endParaRPr lang="en-GB" sz="800">
                        <a:effectLst/>
                        <a:latin typeface="Times New Roman" panose="02020603050405020304" pitchFamily="18" charset="0"/>
                        <a:ea typeface="Times New Roman" panose="02020603050405020304" pitchFamily="18" charset="0"/>
                      </a:endParaRPr>
                    </a:p>
                  </a:txBody>
                  <a:tcPr marL="31531" marR="31531" marT="0" marB="0" anchor="ctr"/>
                </a:tc>
                <a:extLst>
                  <a:ext uri="{0D108BD9-81ED-4DB2-BD59-A6C34878D82A}">
                    <a16:rowId xmlns:a16="http://schemas.microsoft.com/office/drawing/2014/main" val="2722170950"/>
                  </a:ext>
                </a:extLst>
              </a:tr>
              <a:tr h="141891">
                <a:tc>
                  <a:txBody>
                    <a:bodyPr/>
                    <a:lstStyle/>
                    <a:p>
                      <a:pPr>
                        <a:spcBef>
                          <a:spcPts val="1200"/>
                        </a:spcBef>
                        <a:buNone/>
                      </a:pPr>
                      <a:r>
                        <a:rPr lang="nb-NO" sz="700">
                          <a:effectLst/>
                        </a:rPr>
                        <a:t>ProcessSignalGeneratingFunction</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a:effectLst/>
                        </a:rPr>
                        <a:t> </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a:effectLst/>
                        </a:rPr>
                        <a:t>Not Required</a:t>
                      </a:r>
                      <a:endParaRPr lang="en-GB" sz="800">
                        <a:effectLst/>
                        <a:latin typeface="Times New Roman" panose="02020603050405020304" pitchFamily="18" charset="0"/>
                        <a:ea typeface="Times New Roman" panose="02020603050405020304" pitchFamily="18" charset="0"/>
                      </a:endParaRPr>
                    </a:p>
                  </a:txBody>
                  <a:tcPr marL="31531" marR="31531" marT="0" marB="0" anchor="ctr"/>
                </a:tc>
                <a:extLst>
                  <a:ext uri="{0D108BD9-81ED-4DB2-BD59-A6C34878D82A}">
                    <a16:rowId xmlns:a16="http://schemas.microsoft.com/office/drawing/2014/main" val="1865566590"/>
                  </a:ext>
                </a:extLst>
              </a:tr>
              <a:tr h="141891">
                <a:tc>
                  <a:txBody>
                    <a:bodyPr/>
                    <a:lstStyle/>
                    <a:p>
                      <a:pPr>
                        <a:spcBef>
                          <a:spcPts val="1200"/>
                        </a:spcBef>
                        <a:buNone/>
                      </a:pPr>
                      <a:r>
                        <a:rPr lang="nb-NO" sz="700">
                          <a:effectLst/>
                        </a:rPr>
                        <a:t>ProcessSignalGeneratingSystem</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a:effectLst/>
                        </a:rPr>
                        <a:t> </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a:effectLst/>
                        </a:rPr>
                        <a:t>Not Required</a:t>
                      </a:r>
                      <a:endParaRPr lang="en-GB" sz="800">
                        <a:effectLst/>
                        <a:latin typeface="Times New Roman" panose="02020603050405020304" pitchFamily="18" charset="0"/>
                        <a:ea typeface="Times New Roman" panose="02020603050405020304" pitchFamily="18" charset="0"/>
                      </a:endParaRPr>
                    </a:p>
                  </a:txBody>
                  <a:tcPr marL="31531" marR="31531" marT="0" marB="0" anchor="ctr"/>
                </a:tc>
                <a:extLst>
                  <a:ext uri="{0D108BD9-81ED-4DB2-BD59-A6C34878D82A}">
                    <a16:rowId xmlns:a16="http://schemas.microsoft.com/office/drawing/2014/main" val="251495797"/>
                  </a:ext>
                </a:extLst>
              </a:tr>
              <a:tr h="141891">
                <a:tc>
                  <a:txBody>
                    <a:bodyPr/>
                    <a:lstStyle/>
                    <a:p>
                      <a:pPr>
                        <a:spcBef>
                          <a:spcPts val="1200"/>
                        </a:spcBef>
                        <a:buNone/>
                      </a:pPr>
                      <a:r>
                        <a:rPr lang="nb-NO" sz="700">
                          <a:effectLst/>
                        </a:rPr>
                        <a:t>TransmissionSystem</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a:effectLst/>
                        </a:rPr>
                        <a:t> </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a:effectLst/>
                        </a:rPr>
                        <a:t>Not Required</a:t>
                      </a:r>
                      <a:endParaRPr lang="en-GB" sz="800">
                        <a:effectLst/>
                        <a:latin typeface="Times New Roman" panose="02020603050405020304" pitchFamily="18" charset="0"/>
                        <a:ea typeface="Times New Roman" panose="02020603050405020304" pitchFamily="18" charset="0"/>
                      </a:endParaRPr>
                    </a:p>
                  </a:txBody>
                  <a:tcPr marL="31531" marR="31531" marT="0" marB="0" anchor="ctr"/>
                </a:tc>
                <a:extLst>
                  <a:ext uri="{0D108BD9-81ED-4DB2-BD59-A6C34878D82A}">
                    <a16:rowId xmlns:a16="http://schemas.microsoft.com/office/drawing/2014/main" val="1385290114"/>
                  </a:ext>
                </a:extLst>
              </a:tr>
              <a:tr h="141891">
                <a:tc>
                  <a:txBody>
                    <a:bodyPr/>
                    <a:lstStyle/>
                    <a:p>
                      <a:pPr>
                        <a:spcBef>
                          <a:spcPts val="1200"/>
                        </a:spcBef>
                        <a:buNone/>
                      </a:pPr>
                      <a:r>
                        <a:rPr lang="nb-NO" sz="700">
                          <a:effectLst/>
                        </a:rPr>
                        <a:t>SensingLocation</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a:effectLst/>
                        </a:rPr>
                        <a:t> </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a:effectLst/>
                        </a:rPr>
                        <a:t>Not Required</a:t>
                      </a:r>
                      <a:endParaRPr lang="en-GB" sz="800">
                        <a:effectLst/>
                        <a:latin typeface="Times New Roman" panose="02020603050405020304" pitchFamily="18" charset="0"/>
                        <a:ea typeface="Times New Roman" panose="02020603050405020304" pitchFamily="18" charset="0"/>
                      </a:endParaRPr>
                    </a:p>
                  </a:txBody>
                  <a:tcPr marL="31531" marR="31531" marT="0" marB="0" anchor="ctr"/>
                </a:tc>
                <a:extLst>
                  <a:ext uri="{0D108BD9-81ED-4DB2-BD59-A6C34878D82A}">
                    <a16:rowId xmlns:a16="http://schemas.microsoft.com/office/drawing/2014/main" val="3545378581"/>
                  </a:ext>
                </a:extLst>
              </a:tr>
              <a:tr h="141891">
                <a:tc>
                  <a:txBody>
                    <a:bodyPr/>
                    <a:lstStyle/>
                    <a:p>
                      <a:pPr>
                        <a:spcBef>
                          <a:spcPts val="1200"/>
                        </a:spcBef>
                        <a:buNone/>
                      </a:pPr>
                      <a:r>
                        <a:rPr lang="nb-NO" sz="700">
                          <a:effectLst/>
                        </a:rPr>
                        <a:t>PropertyBreak</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a:effectLst/>
                        </a:rPr>
                        <a:t> </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a:effectLst/>
                        </a:rPr>
                        <a:t>Not Required</a:t>
                      </a:r>
                      <a:endParaRPr lang="en-GB" sz="800">
                        <a:effectLst/>
                        <a:latin typeface="Times New Roman" panose="02020603050405020304" pitchFamily="18" charset="0"/>
                        <a:ea typeface="Times New Roman" panose="02020603050405020304" pitchFamily="18" charset="0"/>
                      </a:endParaRPr>
                    </a:p>
                  </a:txBody>
                  <a:tcPr marL="31531" marR="31531" marT="0" marB="0" anchor="ctr"/>
                </a:tc>
                <a:extLst>
                  <a:ext uri="{0D108BD9-81ED-4DB2-BD59-A6C34878D82A}">
                    <a16:rowId xmlns:a16="http://schemas.microsoft.com/office/drawing/2014/main" val="4023260840"/>
                  </a:ext>
                </a:extLst>
              </a:tr>
              <a:tr h="141891">
                <a:tc>
                  <a:txBody>
                    <a:bodyPr/>
                    <a:lstStyle/>
                    <a:p>
                      <a:pPr>
                        <a:spcBef>
                          <a:spcPts val="1200"/>
                        </a:spcBef>
                        <a:buNone/>
                      </a:pPr>
                      <a:r>
                        <a:rPr lang="nb-NO" sz="700">
                          <a:effectLst/>
                        </a:rPr>
                        <a:t>OperatedValveReference</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a:effectLst/>
                        </a:rPr>
                        <a:t> </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a:effectLst/>
                        </a:rPr>
                        <a:t>Not Required</a:t>
                      </a:r>
                      <a:endParaRPr lang="en-GB" sz="800">
                        <a:effectLst/>
                        <a:latin typeface="Times New Roman" panose="02020603050405020304" pitchFamily="18" charset="0"/>
                        <a:ea typeface="Times New Roman" panose="02020603050405020304" pitchFamily="18" charset="0"/>
                      </a:endParaRPr>
                    </a:p>
                  </a:txBody>
                  <a:tcPr marL="31531" marR="31531" marT="0" marB="0" anchor="ctr"/>
                </a:tc>
                <a:extLst>
                  <a:ext uri="{0D108BD9-81ED-4DB2-BD59-A6C34878D82A}">
                    <a16:rowId xmlns:a16="http://schemas.microsoft.com/office/drawing/2014/main" val="4236778182"/>
                  </a:ext>
                </a:extLst>
              </a:tr>
              <a:tr h="141891">
                <a:tc>
                  <a:txBody>
                    <a:bodyPr/>
                    <a:lstStyle/>
                    <a:p>
                      <a:pPr>
                        <a:spcBef>
                          <a:spcPts val="1200"/>
                        </a:spcBef>
                        <a:buNone/>
                      </a:pPr>
                      <a:r>
                        <a:rPr lang="nb-NO" sz="700">
                          <a:effectLst/>
                        </a:rPr>
                        <a:t>PipingNode</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a:effectLst/>
                        </a:rPr>
                        <a:t> </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a:effectLst/>
                        </a:rPr>
                        <a:t>Not Required</a:t>
                      </a:r>
                      <a:endParaRPr lang="en-GB" sz="800">
                        <a:effectLst/>
                        <a:latin typeface="Times New Roman" panose="02020603050405020304" pitchFamily="18" charset="0"/>
                        <a:ea typeface="Times New Roman" panose="02020603050405020304" pitchFamily="18" charset="0"/>
                      </a:endParaRPr>
                    </a:p>
                  </a:txBody>
                  <a:tcPr marL="31531" marR="31531" marT="0" marB="0" anchor="ctr"/>
                </a:tc>
                <a:extLst>
                  <a:ext uri="{0D108BD9-81ED-4DB2-BD59-A6C34878D82A}">
                    <a16:rowId xmlns:a16="http://schemas.microsoft.com/office/drawing/2014/main" val="1511958952"/>
                  </a:ext>
                </a:extLst>
              </a:tr>
              <a:tr h="141891">
                <a:tc>
                  <a:txBody>
                    <a:bodyPr/>
                    <a:lstStyle/>
                    <a:p>
                      <a:pPr>
                        <a:spcBef>
                          <a:spcPts val="1200"/>
                        </a:spcBef>
                        <a:buNone/>
                      </a:pPr>
                      <a:r>
                        <a:rPr lang="nb-NO" sz="700">
                          <a:effectLst/>
                        </a:rPr>
                        <a:t>Pipe</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a:effectLst/>
                        </a:rPr>
                        <a:t> </a:t>
                      </a:r>
                      <a:endParaRPr lang="en-GB" sz="800">
                        <a:effectLst/>
                        <a:latin typeface="Times New Roman" panose="02020603050405020304" pitchFamily="18" charset="0"/>
                        <a:ea typeface="Times New Roman" panose="02020603050405020304" pitchFamily="18" charset="0"/>
                      </a:endParaRPr>
                    </a:p>
                  </a:txBody>
                  <a:tcPr marL="31531" marR="31531" marT="0" marB="0" anchor="ctr"/>
                </a:tc>
                <a:tc>
                  <a:txBody>
                    <a:bodyPr/>
                    <a:lstStyle/>
                    <a:p>
                      <a:pPr>
                        <a:spcBef>
                          <a:spcPts val="1200"/>
                        </a:spcBef>
                        <a:buNone/>
                      </a:pPr>
                      <a:r>
                        <a:rPr lang="nb-NO" sz="700" dirty="0">
                          <a:effectLst/>
                        </a:rPr>
                        <a:t>Not Required</a:t>
                      </a:r>
                      <a:endParaRPr lang="en-GB" sz="800" dirty="0">
                        <a:effectLst/>
                        <a:latin typeface="Times New Roman" panose="02020603050405020304" pitchFamily="18" charset="0"/>
                        <a:ea typeface="Times New Roman" panose="02020603050405020304" pitchFamily="18" charset="0"/>
                      </a:endParaRPr>
                    </a:p>
                  </a:txBody>
                  <a:tcPr marL="31531" marR="31531" marT="0" marB="0" anchor="ctr"/>
                </a:tc>
                <a:extLst>
                  <a:ext uri="{0D108BD9-81ED-4DB2-BD59-A6C34878D82A}">
                    <a16:rowId xmlns:a16="http://schemas.microsoft.com/office/drawing/2014/main" val="1048405648"/>
                  </a:ext>
                </a:extLst>
              </a:tr>
            </a:tbl>
          </a:graphicData>
        </a:graphic>
      </p:graphicFrame>
      <p:sp>
        <p:nvSpPr>
          <p:cNvPr id="5" name="TextBox 4">
            <a:extLst>
              <a:ext uri="{FF2B5EF4-FFF2-40B4-BE49-F238E27FC236}">
                <a16:creationId xmlns:a16="http://schemas.microsoft.com/office/drawing/2014/main" id="{2C9186DF-2CDE-58A5-8910-FB9C000BCB2D}"/>
              </a:ext>
            </a:extLst>
          </p:cNvPr>
          <p:cNvSpPr txBox="1"/>
          <p:nvPr/>
        </p:nvSpPr>
        <p:spPr>
          <a:xfrm>
            <a:off x="6530109" y="5450455"/>
            <a:ext cx="5006109" cy="230832"/>
          </a:xfrm>
          <a:prstGeom prst="rect">
            <a:avLst/>
          </a:prstGeom>
          <a:noFill/>
        </p:spPr>
        <p:txBody>
          <a:bodyPr wrap="square" rtlCol="0">
            <a:spAutoFit/>
          </a:bodyPr>
          <a:lstStyle/>
          <a:p>
            <a:r>
              <a:rPr lang="nb-NO" sz="900" i="1" dirty="0">
                <a:solidFill>
                  <a:schemeClr val="accent1"/>
                </a:solidFill>
              </a:rPr>
              <a:t>Table 1: Persisent ID Requirements DISC DEXPI</a:t>
            </a:r>
            <a:endParaRPr lang="en-GB" sz="900" i="1" dirty="0">
              <a:solidFill>
                <a:schemeClr val="accent1"/>
              </a:solidFill>
            </a:endParaRPr>
          </a:p>
        </p:txBody>
      </p:sp>
    </p:spTree>
    <p:extLst>
      <p:ext uri="{BB962C8B-B14F-4D97-AF65-F5344CB8AC3E}">
        <p14:creationId xmlns:p14="http://schemas.microsoft.com/office/powerpoint/2010/main" val="31571890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C1D67A0-CE70-2409-0828-725C3A5B6DFC}"/>
              </a:ext>
            </a:extLst>
          </p:cNvPr>
          <p:cNvSpPr txBox="1"/>
          <p:nvPr/>
        </p:nvSpPr>
        <p:spPr>
          <a:xfrm>
            <a:off x="419100" y="740122"/>
            <a:ext cx="11216639" cy="5909310"/>
          </a:xfrm>
          <a:prstGeom prst="rect">
            <a:avLst/>
          </a:prstGeom>
          <a:noFill/>
        </p:spPr>
        <p:txBody>
          <a:bodyPr wrap="square" rtlCol="0">
            <a:spAutoFit/>
          </a:bodyPr>
          <a:lstStyle/>
          <a:p>
            <a:pPr marL="342900" indent="-342900">
              <a:buFont typeface="+mj-lt"/>
              <a:buAutoNum type="arabicPeriod"/>
            </a:pPr>
            <a:r>
              <a:rPr lang="en-GB" dirty="0"/>
              <a:t>Base </a:t>
            </a:r>
            <a:r>
              <a:rPr lang="en-GB" dirty="0" err="1"/>
              <a:t>BluePrint</a:t>
            </a:r>
            <a:r>
              <a:rPr lang="en-GB" dirty="0"/>
              <a:t> File</a:t>
            </a:r>
          </a:p>
          <a:p>
            <a:pPr marL="800100" lvl="1" indent="-342900">
              <a:buFont typeface="Arial" panose="020B0604020202020204" pitchFamily="34" charset="0"/>
              <a:buChar char="•"/>
            </a:pPr>
            <a:r>
              <a:rPr lang="en-GB" dirty="0"/>
              <a:t>Safety elements ESV, PSD, ESD, LST mapped as </a:t>
            </a:r>
            <a:r>
              <a:rPr lang="en-GB"/>
              <a:t>ProcessSafetyFunction</a:t>
            </a:r>
            <a:endParaRPr lang="en-GB" dirty="0"/>
          </a:p>
          <a:p>
            <a:pPr marL="342900" indent="-342900">
              <a:buFont typeface="+mj-lt"/>
              <a:buAutoNum type="arabicPeriod" startAt="2"/>
            </a:pPr>
            <a:r>
              <a:rPr lang="en-GB" dirty="0"/>
              <a:t>Split DEXPI </a:t>
            </a:r>
            <a:r>
              <a:rPr lang="en-GB" dirty="0" err="1"/>
              <a:t>PipingNetworkSegment</a:t>
            </a:r>
            <a:r>
              <a:rPr lang="en-GB" dirty="0"/>
              <a:t> with a piping tee. E.g. split D-20L00004A DEXPI </a:t>
            </a:r>
            <a:r>
              <a:rPr lang="en-GB" dirty="0" err="1"/>
              <a:t>PipingNetworkSegment</a:t>
            </a:r>
            <a:r>
              <a:rPr lang="en-GB" dirty="0"/>
              <a:t> by placing a piping tee between the ESV0006 actuated valve and the FE0001 element and include an unnamed valve.</a:t>
            </a:r>
          </a:p>
          <a:p>
            <a:pPr marL="342900" indent="-342900">
              <a:buFont typeface="+mj-lt"/>
              <a:buAutoNum type="arabicPeriod" startAt="3"/>
            </a:pPr>
            <a:r>
              <a:rPr lang="en-GB" dirty="0"/>
              <a:t>Rename TI0003/TIC0003/TV0003 to TI0013/TIC0013/TV0013 and update associated loop.</a:t>
            </a:r>
          </a:p>
          <a:p>
            <a:pPr marL="800100" lvl="1" indent="-342900">
              <a:buFont typeface="Arial" panose="020B0604020202020204" pitchFamily="34" charset="0"/>
              <a:buChar char="•"/>
            </a:pPr>
            <a:r>
              <a:rPr lang="en-GB" dirty="0"/>
              <a:t>Retain the original </a:t>
            </a:r>
            <a:r>
              <a:rPr lang="en-GB" dirty="0" err="1"/>
              <a:t>PersistentID</a:t>
            </a:r>
            <a:r>
              <a:rPr lang="en-GB" dirty="0"/>
              <a:t> and change the name.</a:t>
            </a:r>
          </a:p>
          <a:p>
            <a:pPr marL="342900" indent="-342900">
              <a:buFont typeface="+mj-lt"/>
              <a:buAutoNum type="arabicPeriod" startAt="4"/>
            </a:pPr>
            <a:r>
              <a:rPr lang="en-GB" dirty="0"/>
              <a:t>Remove the note and unused nozzle from 20VA001 and update elevation to EL. 400000</a:t>
            </a:r>
          </a:p>
          <a:p>
            <a:pPr marL="342900" indent="-342900">
              <a:buFont typeface="+mj-lt"/>
              <a:buAutoNum type="arabicPeriod" startAt="5"/>
            </a:pPr>
            <a:r>
              <a:rPr lang="en-GB" dirty="0"/>
              <a:t>Change the type of actuator for HV0001 to a PA006A actuator type</a:t>
            </a:r>
          </a:p>
          <a:p>
            <a:pPr marL="800100" lvl="1" indent="-342900">
              <a:buFont typeface="Arial" panose="020B0604020202020204" pitchFamily="34" charset="0"/>
              <a:buChar char="•"/>
            </a:pPr>
            <a:r>
              <a:rPr lang="en-GB" dirty="0"/>
              <a:t>Retain </a:t>
            </a:r>
            <a:r>
              <a:rPr lang="en-GB" dirty="0" err="1"/>
              <a:t>PersistentID</a:t>
            </a:r>
            <a:r>
              <a:rPr lang="en-GB" dirty="0"/>
              <a:t> of original actuator</a:t>
            </a:r>
          </a:p>
          <a:p>
            <a:pPr marL="342900" indent="-342900">
              <a:buFont typeface="+mj-lt"/>
              <a:buAutoNum type="arabicPeriod" startAt="6"/>
            </a:pPr>
            <a:r>
              <a:rPr lang="en-GB" dirty="0"/>
              <a:t>Add heat tracing to </a:t>
            </a:r>
            <a:r>
              <a:rPr lang="en-GB" dirty="0" err="1"/>
              <a:t>PipingNetworkSegment</a:t>
            </a:r>
            <a:r>
              <a:rPr lang="en-GB" dirty="0"/>
              <a:t> D-20L A- PL-AS200-</a:t>
            </a:r>
          </a:p>
          <a:p>
            <a:pPr marL="800100" lvl="1" indent="-342900">
              <a:buFont typeface="Arial" panose="020B0604020202020204" pitchFamily="34" charset="0"/>
              <a:buChar char="•"/>
            </a:pPr>
            <a:r>
              <a:rPr lang="en-GB" dirty="0"/>
              <a:t>Modify the heat trace attribute on the segment</a:t>
            </a:r>
          </a:p>
          <a:p>
            <a:pPr marL="342900" indent="-342900">
              <a:buFont typeface="+mj-lt"/>
              <a:buAutoNum type="arabicPeriod" startAt="7"/>
            </a:pPr>
            <a:r>
              <a:rPr lang="en-GB" dirty="0"/>
              <a:t>Modify TI0007 combination -&gt; TW/TT combination with Special Item on </a:t>
            </a:r>
            <a:r>
              <a:rPr lang="en-GB" dirty="0" err="1"/>
              <a:t>PipingNetworkSegment</a:t>
            </a:r>
            <a:endParaRPr lang="en-GB" dirty="0"/>
          </a:p>
          <a:p>
            <a:pPr marL="800100" lvl="1" indent="-342900">
              <a:buFont typeface="Arial" panose="020B0604020202020204" pitchFamily="34" charset="0"/>
              <a:buChar char="•"/>
            </a:pPr>
            <a:r>
              <a:rPr lang="en-GB" dirty="0"/>
              <a:t>** Use ND0037 ‘hidden’ in-line piping component to give location of special item.</a:t>
            </a:r>
          </a:p>
          <a:p>
            <a:pPr marL="342900" indent="-342900">
              <a:buFont typeface="+mj-lt"/>
              <a:buAutoNum type="arabicPeriod" startAt="8"/>
            </a:pPr>
            <a:r>
              <a:rPr lang="en-GB" dirty="0"/>
              <a:t>Additional property break at one of the break</a:t>
            </a:r>
          </a:p>
          <a:p>
            <a:pPr marL="742950" lvl="1" indent="-285750">
              <a:buFont typeface="Arial" panose="020B0604020202020204" pitchFamily="34" charset="0"/>
              <a:buChar char="•"/>
            </a:pPr>
            <a:r>
              <a:rPr lang="en-GB" dirty="0"/>
              <a:t>Add </a:t>
            </a:r>
            <a:r>
              <a:rPr lang="en-GB" dirty="0" err="1"/>
              <a:t>AreaBreak</a:t>
            </a:r>
            <a:r>
              <a:rPr lang="en-GB" dirty="0"/>
              <a:t> AP110 / AP310 need to associate these to the </a:t>
            </a:r>
            <a:r>
              <a:rPr lang="en-GB" dirty="0" err="1"/>
              <a:t>PipingNetworkSystems</a:t>
            </a:r>
            <a:endParaRPr lang="en-GB" dirty="0"/>
          </a:p>
          <a:p>
            <a:pPr marL="342900" indent="-342900">
              <a:buFont typeface="+mj-lt"/>
              <a:buAutoNum type="arabicPeriod" startAt="9"/>
            </a:pPr>
            <a:r>
              <a:rPr lang="en-GB" dirty="0"/>
              <a:t>Scale D-20HA001 symbol y-axis scaling 1.25 </a:t>
            </a:r>
          </a:p>
          <a:p>
            <a:pPr marL="342900" indent="-342900">
              <a:buFont typeface="+mj-lt"/>
              <a:buAutoNum type="arabicPeriod" startAt="9"/>
            </a:pPr>
            <a:r>
              <a:rPr lang="en-GB" dirty="0"/>
              <a:t>Modify pipe lines: </a:t>
            </a:r>
            <a:r>
              <a:rPr lang="en-GB" sz="1800" b="0" i="0" u="none" strike="noStrike" baseline="0" dirty="0"/>
              <a:t>D-20L00005A-1200PL-AS200-   &amp; D-20L00015A-0800PL-AD750- to test </a:t>
            </a:r>
            <a:r>
              <a:rPr lang="en-GB" sz="1800" b="0" i="0" u="none" strike="noStrike" baseline="0" dirty="0" err="1"/>
              <a:t>PipingNetworkSegment</a:t>
            </a:r>
            <a:r>
              <a:rPr lang="en-GB" sz="1800" b="0" i="0" u="none" strike="noStrike" baseline="0" dirty="0"/>
              <a:t> export variants</a:t>
            </a:r>
            <a:endParaRPr lang="en-GB" dirty="0"/>
          </a:p>
          <a:p>
            <a:pPr marL="342900" indent="-342900">
              <a:buFont typeface="+mj-lt"/>
              <a:buAutoNum type="arabicPeriod" startAt="9"/>
            </a:pPr>
            <a:endParaRPr lang="en-GB" dirty="0"/>
          </a:p>
          <a:p>
            <a:pPr marL="342900" indent="-342900">
              <a:buFont typeface="+mj-lt"/>
              <a:buAutoNum type="arabicPeriod" startAt="9"/>
            </a:pPr>
            <a:endParaRPr lang="en-GB" dirty="0"/>
          </a:p>
          <a:p>
            <a:pPr marL="742950" lvl="1" indent="-285750">
              <a:buFont typeface="Arial" panose="020B0604020202020204" pitchFamily="34" charset="0"/>
              <a:buChar char="•"/>
            </a:pPr>
            <a:endParaRPr lang="en-GB" dirty="0"/>
          </a:p>
        </p:txBody>
      </p:sp>
      <p:sp>
        <p:nvSpPr>
          <p:cNvPr id="5" name="TextBox 4">
            <a:extLst>
              <a:ext uri="{FF2B5EF4-FFF2-40B4-BE49-F238E27FC236}">
                <a16:creationId xmlns:a16="http://schemas.microsoft.com/office/drawing/2014/main" id="{8407234B-FE84-5E39-6932-685740998FD2}"/>
              </a:ext>
            </a:extLst>
          </p:cNvPr>
          <p:cNvSpPr txBox="1"/>
          <p:nvPr/>
        </p:nvSpPr>
        <p:spPr>
          <a:xfrm>
            <a:off x="419100" y="247650"/>
            <a:ext cx="11372850" cy="400110"/>
          </a:xfrm>
          <a:prstGeom prst="rect">
            <a:avLst/>
          </a:prstGeom>
          <a:noFill/>
        </p:spPr>
        <p:txBody>
          <a:bodyPr wrap="square" rtlCol="0">
            <a:spAutoFit/>
          </a:bodyPr>
          <a:lstStyle/>
          <a:p>
            <a:r>
              <a:rPr lang="en-GB" sz="2000" b="1" dirty="0"/>
              <a:t>Use Cases – DEXPI 2.0</a:t>
            </a:r>
          </a:p>
        </p:txBody>
      </p:sp>
    </p:spTree>
    <p:extLst>
      <p:ext uri="{BB962C8B-B14F-4D97-AF65-F5344CB8AC3E}">
        <p14:creationId xmlns:p14="http://schemas.microsoft.com/office/powerpoint/2010/main" val="28024314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C25D3-68B5-C35E-0F36-F1B3DCC5F2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D75E844-5478-D1BD-3F1D-1C8C3953A366}"/>
              </a:ext>
            </a:extLst>
          </p:cNvPr>
          <p:cNvSpPr txBox="1"/>
          <p:nvPr/>
        </p:nvSpPr>
        <p:spPr>
          <a:xfrm>
            <a:off x="419100" y="740122"/>
            <a:ext cx="11216639" cy="2308324"/>
          </a:xfrm>
          <a:prstGeom prst="rect">
            <a:avLst/>
          </a:prstGeom>
          <a:noFill/>
        </p:spPr>
        <p:txBody>
          <a:bodyPr wrap="square" rtlCol="0">
            <a:spAutoFit/>
          </a:bodyPr>
          <a:lstStyle/>
          <a:p>
            <a:pPr marL="342900" indent="-342900">
              <a:buFont typeface="+mj-lt"/>
              <a:buAutoNum type="arabicPeriod" startAt="11"/>
            </a:pPr>
            <a:r>
              <a:rPr lang="en-GB" dirty="0"/>
              <a:t>Add pump driver. Add </a:t>
            </a:r>
            <a:r>
              <a:rPr lang="en-GB" dirty="0" err="1"/>
              <a:t>VortexBreaker</a:t>
            </a:r>
            <a:r>
              <a:rPr lang="en-GB" dirty="0"/>
              <a:t> internal. Change </a:t>
            </a:r>
            <a:r>
              <a:rPr lang="en-GB" dirty="0" err="1"/>
              <a:t>NormalPosition</a:t>
            </a:r>
            <a:r>
              <a:rPr lang="en-GB" dirty="0"/>
              <a:t> for valve D-VG20-0001 to ‘NC’</a:t>
            </a:r>
          </a:p>
          <a:p>
            <a:pPr marL="342900" indent="-342900">
              <a:buFont typeface="+mj-lt"/>
              <a:buAutoNum type="arabicPeriod" startAt="11"/>
            </a:pPr>
            <a:r>
              <a:rPr lang="en-GB" dirty="0"/>
              <a:t>Add Mount-on level element (Remove N04) &amp; Add NOA3 continuation drawing</a:t>
            </a:r>
          </a:p>
          <a:p>
            <a:pPr marL="342900" indent="-342900">
              <a:buFont typeface="+mj-lt"/>
              <a:buAutoNum type="arabicPeriod" startAt="13"/>
            </a:pPr>
            <a:r>
              <a:rPr lang="en-GB" dirty="0"/>
              <a:t>Add </a:t>
            </a:r>
            <a:r>
              <a:rPr lang="en-GB" dirty="0" err="1"/>
              <a:t>CustomEquipmentPackage</a:t>
            </a:r>
            <a:r>
              <a:rPr lang="en-GB" dirty="0"/>
              <a:t> and add </a:t>
            </a:r>
            <a:r>
              <a:rPr lang="en-GB" dirty="0" err="1"/>
              <a:t>MechanicalJoint</a:t>
            </a:r>
            <a:endParaRPr lang="en-GB" dirty="0"/>
          </a:p>
          <a:p>
            <a:pPr marL="342900" indent="-342900">
              <a:buFont typeface="+mj-lt"/>
              <a:buAutoNum type="arabicPeriod" startAt="11"/>
            </a:pPr>
            <a:endParaRPr lang="en-GB" dirty="0"/>
          </a:p>
          <a:p>
            <a:pPr marL="342900" indent="-342900">
              <a:buFont typeface="+mj-lt"/>
              <a:buAutoNum type="arabicPeriod" startAt="11"/>
            </a:pPr>
            <a:endParaRPr lang="en-GB" dirty="0"/>
          </a:p>
          <a:p>
            <a:pPr marL="342900" indent="-342900">
              <a:buFont typeface="+mj-lt"/>
              <a:buAutoNum type="arabicPeriod" startAt="9"/>
            </a:pPr>
            <a:endParaRPr lang="en-GB" dirty="0"/>
          </a:p>
          <a:p>
            <a:pPr marL="342900" indent="-342900">
              <a:buFont typeface="+mj-lt"/>
              <a:buAutoNum type="arabicPeriod" startAt="9"/>
            </a:pPr>
            <a:endParaRPr lang="en-GB" dirty="0"/>
          </a:p>
          <a:p>
            <a:pPr marL="742950" lvl="1" indent="-285750">
              <a:buFont typeface="Arial" panose="020B0604020202020204" pitchFamily="34" charset="0"/>
              <a:buChar char="•"/>
            </a:pPr>
            <a:endParaRPr lang="en-GB" dirty="0"/>
          </a:p>
        </p:txBody>
      </p:sp>
      <p:sp>
        <p:nvSpPr>
          <p:cNvPr id="5" name="TextBox 4">
            <a:extLst>
              <a:ext uri="{FF2B5EF4-FFF2-40B4-BE49-F238E27FC236}">
                <a16:creationId xmlns:a16="http://schemas.microsoft.com/office/drawing/2014/main" id="{50376714-33F1-DD7D-A16F-9E4FE0031AE0}"/>
              </a:ext>
            </a:extLst>
          </p:cNvPr>
          <p:cNvSpPr txBox="1"/>
          <p:nvPr/>
        </p:nvSpPr>
        <p:spPr>
          <a:xfrm>
            <a:off x="419100" y="247650"/>
            <a:ext cx="11372850" cy="400110"/>
          </a:xfrm>
          <a:prstGeom prst="rect">
            <a:avLst/>
          </a:prstGeom>
          <a:noFill/>
        </p:spPr>
        <p:txBody>
          <a:bodyPr wrap="square" rtlCol="0">
            <a:spAutoFit/>
          </a:bodyPr>
          <a:lstStyle/>
          <a:p>
            <a:r>
              <a:rPr lang="en-GB" sz="2000" b="1" dirty="0"/>
              <a:t>Use Cases - continuation</a:t>
            </a:r>
          </a:p>
        </p:txBody>
      </p:sp>
    </p:spTree>
    <p:extLst>
      <p:ext uri="{BB962C8B-B14F-4D97-AF65-F5344CB8AC3E}">
        <p14:creationId xmlns:p14="http://schemas.microsoft.com/office/powerpoint/2010/main" val="41728501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9F5E350-4171-3B15-73B4-0FB068A5A7AF}"/>
              </a:ext>
            </a:extLst>
          </p:cNvPr>
          <p:cNvSpPr txBox="1"/>
          <p:nvPr/>
        </p:nvSpPr>
        <p:spPr>
          <a:xfrm>
            <a:off x="419100" y="247650"/>
            <a:ext cx="11372850" cy="400110"/>
          </a:xfrm>
          <a:prstGeom prst="rect">
            <a:avLst/>
          </a:prstGeom>
          <a:noFill/>
        </p:spPr>
        <p:txBody>
          <a:bodyPr wrap="square" rtlCol="0">
            <a:spAutoFit/>
          </a:bodyPr>
          <a:lstStyle/>
          <a:p>
            <a:r>
              <a:rPr lang="en-GB" sz="2000" b="1" dirty="0"/>
              <a:t>Use Case File Naming - Workflow</a:t>
            </a:r>
          </a:p>
        </p:txBody>
      </p:sp>
      <p:pic>
        <p:nvPicPr>
          <p:cNvPr id="3" name="Picture 2">
            <a:extLst>
              <a:ext uri="{FF2B5EF4-FFF2-40B4-BE49-F238E27FC236}">
                <a16:creationId xmlns:a16="http://schemas.microsoft.com/office/drawing/2014/main" id="{FA1929D8-25F0-60E5-B049-1910BB959538}"/>
              </a:ext>
            </a:extLst>
          </p:cNvPr>
          <p:cNvPicPr>
            <a:picLocks noChangeAspect="1"/>
          </p:cNvPicPr>
          <p:nvPr/>
        </p:nvPicPr>
        <p:blipFill>
          <a:blip r:embed="rId2"/>
          <a:stretch>
            <a:fillRect/>
          </a:stretch>
        </p:blipFill>
        <p:spPr>
          <a:xfrm>
            <a:off x="644362" y="647760"/>
            <a:ext cx="8556788" cy="5852843"/>
          </a:xfrm>
          <a:prstGeom prst="rect">
            <a:avLst/>
          </a:prstGeom>
        </p:spPr>
      </p:pic>
    </p:spTree>
    <p:extLst>
      <p:ext uri="{BB962C8B-B14F-4D97-AF65-F5344CB8AC3E}">
        <p14:creationId xmlns:p14="http://schemas.microsoft.com/office/powerpoint/2010/main" val="27917365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5AFCD7-CF64-A7F6-B02F-987454D53E76}"/>
              </a:ext>
            </a:extLst>
          </p:cNvPr>
          <p:cNvSpPr txBox="1"/>
          <p:nvPr/>
        </p:nvSpPr>
        <p:spPr>
          <a:xfrm>
            <a:off x="124051" y="102889"/>
            <a:ext cx="11607874" cy="369332"/>
          </a:xfrm>
          <a:prstGeom prst="rect">
            <a:avLst/>
          </a:prstGeom>
          <a:noFill/>
        </p:spPr>
        <p:txBody>
          <a:bodyPr wrap="square">
            <a:spAutoFit/>
          </a:bodyPr>
          <a:lstStyle/>
          <a:p>
            <a:pPr marL="342900" indent="-342900">
              <a:buFont typeface="+mj-lt"/>
              <a:buAutoNum type="arabicPeriod"/>
            </a:pPr>
            <a:r>
              <a:rPr lang="en-GB" dirty="0"/>
              <a:t>Base </a:t>
            </a:r>
            <a:r>
              <a:rPr lang="en-GB" dirty="0" err="1"/>
              <a:t>BluePrint</a:t>
            </a:r>
            <a:r>
              <a:rPr lang="en-GB" dirty="0"/>
              <a:t> File</a:t>
            </a:r>
          </a:p>
        </p:txBody>
      </p:sp>
      <p:graphicFrame>
        <p:nvGraphicFramePr>
          <p:cNvPr id="7" name="Table 7">
            <a:extLst>
              <a:ext uri="{FF2B5EF4-FFF2-40B4-BE49-F238E27FC236}">
                <a16:creationId xmlns:a16="http://schemas.microsoft.com/office/drawing/2014/main" id="{122A675D-8A6B-1BF2-70BB-B5522B02FF65}"/>
              </a:ext>
            </a:extLst>
          </p:cNvPr>
          <p:cNvGraphicFramePr>
            <a:graphicFrameLocks noGrp="1"/>
          </p:cNvGraphicFramePr>
          <p:nvPr>
            <p:extLst>
              <p:ext uri="{D42A27DB-BD31-4B8C-83A1-F6EECF244321}">
                <p14:modId xmlns:p14="http://schemas.microsoft.com/office/powerpoint/2010/main" val="2597857244"/>
              </p:ext>
            </p:extLst>
          </p:nvPr>
        </p:nvGraphicFramePr>
        <p:xfrm>
          <a:off x="307975" y="1191319"/>
          <a:ext cx="7807325" cy="5257106"/>
        </p:xfrm>
        <a:graphic>
          <a:graphicData uri="http://schemas.openxmlformats.org/drawingml/2006/table">
            <a:tbl>
              <a:tblPr firstRow="1" bandRow="1">
                <a:tableStyleId>{5C22544A-7EE6-4342-B048-85BDC9FD1C3A}</a:tableStyleId>
              </a:tblPr>
              <a:tblGrid>
                <a:gridCol w="7807325">
                  <a:extLst>
                    <a:ext uri="{9D8B030D-6E8A-4147-A177-3AD203B41FA5}">
                      <a16:colId xmlns:a16="http://schemas.microsoft.com/office/drawing/2014/main" val="3422904110"/>
                    </a:ext>
                  </a:extLst>
                </a:gridCol>
              </a:tblGrid>
              <a:tr h="5257106">
                <a:tc>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5134656"/>
                  </a:ext>
                </a:extLst>
              </a:tr>
            </a:tbl>
          </a:graphicData>
        </a:graphic>
      </p:graphicFrame>
      <p:pic>
        <p:nvPicPr>
          <p:cNvPr id="8" name="Picture 7">
            <a:extLst>
              <a:ext uri="{FF2B5EF4-FFF2-40B4-BE49-F238E27FC236}">
                <a16:creationId xmlns:a16="http://schemas.microsoft.com/office/drawing/2014/main" id="{1ED705C4-5DF1-3C4A-D6F7-4893B654A21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24640" y="1515400"/>
            <a:ext cx="7136370" cy="4562128"/>
          </a:xfrm>
          <a:prstGeom prst="rect">
            <a:avLst/>
          </a:prstGeom>
        </p:spPr>
      </p:pic>
    </p:spTree>
    <p:extLst>
      <p:ext uri="{BB962C8B-B14F-4D97-AF65-F5344CB8AC3E}">
        <p14:creationId xmlns:p14="http://schemas.microsoft.com/office/powerpoint/2010/main" val="18510586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5AFCD7-CF64-A7F6-B02F-987454D53E76}"/>
              </a:ext>
            </a:extLst>
          </p:cNvPr>
          <p:cNvSpPr txBox="1"/>
          <p:nvPr/>
        </p:nvSpPr>
        <p:spPr>
          <a:xfrm>
            <a:off x="124051" y="102889"/>
            <a:ext cx="11607874" cy="646331"/>
          </a:xfrm>
          <a:prstGeom prst="rect">
            <a:avLst/>
          </a:prstGeom>
          <a:noFill/>
        </p:spPr>
        <p:txBody>
          <a:bodyPr wrap="square">
            <a:spAutoFit/>
          </a:bodyPr>
          <a:lstStyle/>
          <a:p>
            <a:pPr marL="342900" indent="-342900">
              <a:buFont typeface="+mj-lt"/>
              <a:buAutoNum type="arabicPeriod" startAt="2"/>
            </a:pPr>
            <a:r>
              <a:rPr lang="en-GB" dirty="0"/>
              <a:t>Split DEXPI </a:t>
            </a:r>
            <a:r>
              <a:rPr lang="en-GB" dirty="0" err="1"/>
              <a:t>PipingNetworkSegment</a:t>
            </a:r>
            <a:r>
              <a:rPr lang="en-GB" dirty="0"/>
              <a:t> with a piping tee. E.g. split D-20L00004A DEXPI </a:t>
            </a:r>
            <a:r>
              <a:rPr lang="en-GB" dirty="0" err="1"/>
              <a:t>PipingNetworkSegment</a:t>
            </a:r>
            <a:r>
              <a:rPr lang="en-GB" dirty="0"/>
              <a:t> by placing a piping tee between the ESV0006 actuated valve and the FE0001 element and include an unnamed valve.</a:t>
            </a:r>
          </a:p>
        </p:txBody>
      </p:sp>
      <p:graphicFrame>
        <p:nvGraphicFramePr>
          <p:cNvPr id="7" name="Table 7">
            <a:extLst>
              <a:ext uri="{FF2B5EF4-FFF2-40B4-BE49-F238E27FC236}">
                <a16:creationId xmlns:a16="http://schemas.microsoft.com/office/drawing/2014/main" id="{122A675D-8A6B-1BF2-70BB-B5522B02FF65}"/>
              </a:ext>
            </a:extLst>
          </p:cNvPr>
          <p:cNvGraphicFramePr>
            <a:graphicFrameLocks noGrp="1"/>
          </p:cNvGraphicFramePr>
          <p:nvPr/>
        </p:nvGraphicFramePr>
        <p:xfrm>
          <a:off x="307975" y="1191319"/>
          <a:ext cx="7807325" cy="5257106"/>
        </p:xfrm>
        <a:graphic>
          <a:graphicData uri="http://schemas.openxmlformats.org/drawingml/2006/table">
            <a:tbl>
              <a:tblPr firstRow="1" bandRow="1">
                <a:tableStyleId>{5C22544A-7EE6-4342-B048-85BDC9FD1C3A}</a:tableStyleId>
              </a:tblPr>
              <a:tblGrid>
                <a:gridCol w="7807325">
                  <a:extLst>
                    <a:ext uri="{9D8B030D-6E8A-4147-A177-3AD203B41FA5}">
                      <a16:colId xmlns:a16="http://schemas.microsoft.com/office/drawing/2014/main" val="3422904110"/>
                    </a:ext>
                  </a:extLst>
                </a:gridCol>
              </a:tblGrid>
              <a:tr h="5257106">
                <a:tc>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5134656"/>
                  </a:ext>
                </a:extLst>
              </a:tr>
            </a:tbl>
          </a:graphicData>
        </a:graphic>
      </p:graphicFrame>
      <p:pic>
        <p:nvPicPr>
          <p:cNvPr id="4" name="Picture 3">
            <a:extLst>
              <a:ext uri="{FF2B5EF4-FFF2-40B4-BE49-F238E27FC236}">
                <a16:creationId xmlns:a16="http://schemas.microsoft.com/office/drawing/2014/main" id="{59B6F5F5-8E8B-16DD-1BAD-A34E842C1CF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8425" y="1533879"/>
            <a:ext cx="7586423" cy="4737612"/>
          </a:xfrm>
          <a:prstGeom prst="rect">
            <a:avLst/>
          </a:prstGeom>
        </p:spPr>
      </p:pic>
    </p:spTree>
    <p:extLst>
      <p:ext uri="{BB962C8B-B14F-4D97-AF65-F5344CB8AC3E}">
        <p14:creationId xmlns:p14="http://schemas.microsoft.com/office/powerpoint/2010/main" val="10695690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5AFCD7-CF64-A7F6-B02F-987454D53E76}"/>
              </a:ext>
            </a:extLst>
          </p:cNvPr>
          <p:cNvSpPr txBox="1"/>
          <p:nvPr/>
        </p:nvSpPr>
        <p:spPr>
          <a:xfrm>
            <a:off x="124051" y="102889"/>
            <a:ext cx="11607874" cy="646331"/>
          </a:xfrm>
          <a:prstGeom prst="rect">
            <a:avLst/>
          </a:prstGeom>
          <a:noFill/>
        </p:spPr>
        <p:txBody>
          <a:bodyPr wrap="square">
            <a:spAutoFit/>
          </a:bodyPr>
          <a:lstStyle/>
          <a:p>
            <a:pPr marL="342900" indent="-342900">
              <a:buFont typeface="+mj-lt"/>
              <a:buAutoNum type="arabicPeriod" startAt="3"/>
            </a:pPr>
            <a:r>
              <a:rPr lang="en-GB" dirty="0"/>
              <a:t>Rename TI0003/TIC0003/TV0003 to TI0013/TIC0013/TV0013 and update associated loop.</a:t>
            </a:r>
          </a:p>
          <a:p>
            <a:pPr marL="800100" lvl="1" indent="-342900">
              <a:buFont typeface="Arial" panose="020B0604020202020204" pitchFamily="34" charset="0"/>
              <a:buChar char="•"/>
            </a:pPr>
            <a:r>
              <a:rPr lang="en-GB" dirty="0"/>
              <a:t>Retain the original </a:t>
            </a:r>
            <a:r>
              <a:rPr lang="en-GB" dirty="0" err="1"/>
              <a:t>PersistentID</a:t>
            </a:r>
            <a:r>
              <a:rPr lang="en-GB" dirty="0"/>
              <a:t> and change the name.</a:t>
            </a:r>
          </a:p>
        </p:txBody>
      </p:sp>
      <p:graphicFrame>
        <p:nvGraphicFramePr>
          <p:cNvPr id="7" name="Table 7">
            <a:extLst>
              <a:ext uri="{FF2B5EF4-FFF2-40B4-BE49-F238E27FC236}">
                <a16:creationId xmlns:a16="http://schemas.microsoft.com/office/drawing/2014/main" id="{122A675D-8A6B-1BF2-70BB-B5522B02FF65}"/>
              </a:ext>
            </a:extLst>
          </p:cNvPr>
          <p:cNvGraphicFramePr>
            <a:graphicFrameLocks noGrp="1"/>
          </p:cNvGraphicFramePr>
          <p:nvPr/>
        </p:nvGraphicFramePr>
        <p:xfrm>
          <a:off x="307975" y="1191319"/>
          <a:ext cx="7807325" cy="5257106"/>
        </p:xfrm>
        <a:graphic>
          <a:graphicData uri="http://schemas.openxmlformats.org/drawingml/2006/table">
            <a:tbl>
              <a:tblPr firstRow="1" bandRow="1">
                <a:tableStyleId>{5C22544A-7EE6-4342-B048-85BDC9FD1C3A}</a:tableStyleId>
              </a:tblPr>
              <a:tblGrid>
                <a:gridCol w="7807325">
                  <a:extLst>
                    <a:ext uri="{9D8B030D-6E8A-4147-A177-3AD203B41FA5}">
                      <a16:colId xmlns:a16="http://schemas.microsoft.com/office/drawing/2014/main" val="3422904110"/>
                    </a:ext>
                  </a:extLst>
                </a:gridCol>
              </a:tblGrid>
              <a:tr h="5257106">
                <a:tc>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5134656"/>
                  </a:ext>
                </a:extLst>
              </a:tr>
            </a:tbl>
          </a:graphicData>
        </a:graphic>
      </p:graphicFrame>
      <p:pic>
        <p:nvPicPr>
          <p:cNvPr id="4" name="Picture 3">
            <a:extLst>
              <a:ext uri="{FF2B5EF4-FFF2-40B4-BE49-F238E27FC236}">
                <a16:creationId xmlns:a16="http://schemas.microsoft.com/office/drawing/2014/main" id="{0763C1C7-5BFE-93A4-B428-788D29E4922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00009" y="1390650"/>
            <a:ext cx="7423254" cy="4629150"/>
          </a:xfrm>
          <a:prstGeom prst="rect">
            <a:avLst/>
          </a:prstGeom>
        </p:spPr>
      </p:pic>
    </p:spTree>
    <p:extLst>
      <p:ext uri="{BB962C8B-B14F-4D97-AF65-F5344CB8AC3E}">
        <p14:creationId xmlns:p14="http://schemas.microsoft.com/office/powerpoint/2010/main" val="14613510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5AFCD7-CF64-A7F6-B02F-987454D53E76}"/>
              </a:ext>
            </a:extLst>
          </p:cNvPr>
          <p:cNvSpPr txBox="1"/>
          <p:nvPr/>
        </p:nvSpPr>
        <p:spPr>
          <a:xfrm>
            <a:off x="124051" y="102889"/>
            <a:ext cx="11607874" cy="369332"/>
          </a:xfrm>
          <a:prstGeom prst="rect">
            <a:avLst/>
          </a:prstGeom>
          <a:noFill/>
        </p:spPr>
        <p:txBody>
          <a:bodyPr wrap="square">
            <a:spAutoFit/>
          </a:bodyPr>
          <a:lstStyle/>
          <a:p>
            <a:pPr marL="342900" indent="-342900">
              <a:buFont typeface="+mj-lt"/>
              <a:buAutoNum type="arabicPeriod" startAt="4"/>
            </a:pPr>
            <a:r>
              <a:rPr lang="en-GB" dirty="0"/>
              <a:t>Remove the note and unused nozzle from 20VA001 and update elevation to EL. 400000</a:t>
            </a:r>
          </a:p>
        </p:txBody>
      </p:sp>
      <p:graphicFrame>
        <p:nvGraphicFramePr>
          <p:cNvPr id="7" name="Table 7">
            <a:extLst>
              <a:ext uri="{FF2B5EF4-FFF2-40B4-BE49-F238E27FC236}">
                <a16:creationId xmlns:a16="http://schemas.microsoft.com/office/drawing/2014/main" id="{122A675D-8A6B-1BF2-70BB-B5522B02FF65}"/>
              </a:ext>
            </a:extLst>
          </p:cNvPr>
          <p:cNvGraphicFramePr>
            <a:graphicFrameLocks noGrp="1"/>
          </p:cNvGraphicFramePr>
          <p:nvPr/>
        </p:nvGraphicFramePr>
        <p:xfrm>
          <a:off x="307975" y="1191319"/>
          <a:ext cx="7807325" cy="5257106"/>
        </p:xfrm>
        <a:graphic>
          <a:graphicData uri="http://schemas.openxmlformats.org/drawingml/2006/table">
            <a:tbl>
              <a:tblPr firstRow="1" bandRow="1">
                <a:tableStyleId>{5C22544A-7EE6-4342-B048-85BDC9FD1C3A}</a:tableStyleId>
              </a:tblPr>
              <a:tblGrid>
                <a:gridCol w="7807325">
                  <a:extLst>
                    <a:ext uri="{9D8B030D-6E8A-4147-A177-3AD203B41FA5}">
                      <a16:colId xmlns:a16="http://schemas.microsoft.com/office/drawing/2014/main" val="3422904110"/>
                    </a:ext>
                  </a:extLst>
                </a:gridCol>
              </a:tblGrid>
              <a:tr h="5257106">
                <a:tc>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5134656"/>
                  </a:ext>
                </a:extLst>
              </a:tr>
            </a:tbl>
          </a:graphicData>
        </a:graphic>
      </p:graphicFrame>
      <p:pic>
        <p:nvPicPr>
          <p:cNvPr id="4" name="Picture 3">
            <a:extLst>
              <a:ext uri="{FF2B5EF4-FFF2-40B4-BE49-F238E27FC236}">
                <a16:creationId xmlns:a16="http://schemas.microsoft.com/office/drawing/2014/main" id="{6B8FD617-FBDF-963D-47DA-9FEF1D90CCA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94442" y="1394691"/>
            <a:ext cx="7574237" cy="4812145"/>
          </a:xfrm>
          <a:prstGeom prst="rect">
            <a:avLst/>
          </a:prstGeom>
        </p:spPr>
      </p:pic>
    </p:spTree>
    <p:extLst>
      <p:ext uri="{BB962C8B-B14F-4D97-AF65-F5344CB8AC3E}">
        <p14:creationId xmlns:p14="http://schemas.microsoft.com/office/powerpoint/2010/main" val="34787728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5AFCD7-CF64-A7F6-B02F-987454D53E76}"/>
              </a:ext>
            </a:extLst>
          </p:cNvPr>
          <p:cNvSpPr txBox="1"/>
          <p:nvPr/>
        </p:nvSpPr>
        <p:spPr>
          <a:xfrm>
            <a:off x="124051" y="102889"/>
            <a:ext cx="11607874" cy="646331"/>
          </a:xfrm>
          <a:prstGeom prst="rect">
            <a:avLst/>
          </a:prstGeom>
          <a:noFill/>
        </p:spPr>
        <p:txBody>
          <a:bodyPr wrap="square">
            <a:spAutoFit/>
          </a:bodyPr>
          <a:lstStyle/>
          <a:p>
            <a:pPr marL="342900" indent="-342900">
              <a:buFont typeface="+mj-lt"/>
              <a:buAutoNum type="arabicPeriod" startAt="5"/>
            </a:pPr>
            <a:r>
              <a:rPr lang="en-GB" dirty="0"/>
              <a:t>Change the type of actuator for HV0001 to a PA006A actuator type</a:t>
            </a:r>
          </a:p>
          <a:p>
            <a:pPr marL="800100" lvl="1" indent="-342900">
              <a:buFont typeface="Arial" panose="020B0604020202020204" pitchFamily="34" charset="0"/>
              <a:buChar char="•"/>
            </a:pPr>
            <a:r>
              <a:rPr lang="en-GB" dirty="0"/>
              <a:t>Retain </a:t>
            </a:r>
            <a:r>
              <a:rPr lang="en-GB" dirty="0" err="1"/>
              <a:t>PersistentID</a:t>
            </a:r>
            <a:r>
              <a:rPr lang="en-GB" dirty="0"/>
              <a:t> of original actuator</a:t>
            </a:r>
          </a:p>
        </p:txBody>
      </p:sp>
      <p:graphicFrame>
        <p:nvGraphicFramePr>
          <p:cNvPr id="7" name="Table 7">
            <a:extLst>
              <a:ext uri="{FF2B5EF4-FFF2-40B4-BE49-F238E27FC236}">
                <a16:creationId xmlns:a16="http://schemas.microsoft.com/office/drawing/2014/main" id="{122A675D-8A6B-1BF2-70BB-B5522B02FF65}"/>
              </a:ext>
            </a:extLst>
          </p:cNvPr>
          <p:cNvGraphicFramePr>
            <a:graphicFrameLocks noGrp="1"/>
          </p:cNvGraphicFramePr>
          <p:nvPr/>
        </p:nvGraphicFramePr>
        <p:xfrm>
          <a:off x="307975" y="1191319"/>
          <a:ext cx="7807325" cy="5257106"/>
        </p:xfrm>
        <a:graphic>
          <a:graphicData uri="http://schemas.openxmlformats.org/drawingml/2006/table">
            <a:tbl>
              <a:tblPr firstRow="1" bandRow="1">
                <a:tableStyleId>{5C22544A-7EE6-4342-B048-85BDC9FD1C3A}</a:tableStyleId>
              </a:tblPr>
              <a:tblGrid>
                <a:gridCol w="7807325">
                  <a:extLst>
                    <a:ext uri="{9D8B030D-6E8A-4147-A177-3AD203B41FA5}">
                      <a16:colId xmlns:a16="http://schemas.microsoft.com/office/drawing/2014/main" val="3422904110"/>
                    </a:ext>
                  </a:extLst>
                </a:gridCol>
              </a:tblGrid>
              <a:tr h="5257106">
                <a:tc>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5134656"/>
                  </a:ext>
                </a:extLst>
              </a:tr>
            </a:tbl>
          </a:graphicData>
        </a:graphic>
      </p:graphicFrame>
      <p:pic>
        <p:nvPicPr>
          <p:cNvPr id="5" name="Picture 4">
            <a:extLst>
              <a:ext uri="{FF2B5EF4-FFF2-40B4-BE49-F238E27FC236}">
                <a16:creationId xmlns:a16="http://schemas.microsoft.com/office/drawing/2014/main" id="{D50284D9-0402-5D3A-94C6-93E480634D3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5637" y="1315612"/>
            <a:ext cx="7551826" cy="4881988"/>
          </a:xfrm>
          <a:prstGeom prst="rect">
            <a:avLst/>
          </a:prstGeom>
        </p:spPr>
      </p:pic>
    </p:spTree>
    <p:extLst>
      <p:ext uri="{BB962C8B-B14F-4D97-AF65-F5344CB8AC3E}">
        <p14:creationId xmlns:p14="http://schemas.microsoft.com/office/powerpoint/2010/main" val="1232242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5AFCD7-CF64-A7F6-B02F-987454D53E76}"/>
              </a:ext>
            </a:extLst>
          </p:cNvPr>
          <p:cNvSpPr txBox="1"/>
          <p:nvPr/>
        </p:nvSpPr>
        <p:spPr>
          <a:xfrm>
            <a:off x="124051" y="102889"/>
            <a:ext cx="11607874" cy="646331"/>
          </a:xfrm>
          <a:prstGeom prst="rect">
            <a:avLst/>
          </a:prstGeom>
          <a:noFill/>
        </p:spPr>
        <p:txBody>
          <a:bodyPr wrap="square">
            <a:spAutoFit/>
          </a:bodyPr>
          <a:lstStyle/>
          <a:p>
            <a:pPr marL="342900" indent="-342900">
              <a:buFont typeface="+mj-lt"/>
              <a:buAutoNum type="arabicPeriod" startAt="6"/>
            </a:pPr>
            <a:r>
              <a:rPr lang="en-GB" dirty="0"/>
              <a:t>Add heat tracing to </a:t>
            </a:r>
            <a:r>
              <a:rPr lang="en-GB" dirty="0" err="1"/>
              <a:t>PipingNetworkSegment</a:t>
            </a:r>
            <a:r>
              <a:rPr lang="en-GB" dirty="0"/>
              <a:t> D-20L A- PL-AS200-</a:t>
            </a:r>
          </a:p>
          <a:p>
            <a:pPr marL="800100" lvl="1" indent="-342900">
              <a:buFont typeface="Arial" panose="020B0604020202020204" pitchFamily="34" charset="0"/>
              <a:buChar char="•"/>
            </a:pPr>
            <a:r>
              <a:rPr lang="en-GB" dirty="0"/>
              <a:t>Modify the heat trace attribute on the segment</a:t>
            </a:r>
          </a:p>
        </p:txBody>
      </p:sp>
      <p:graphicFrame>
        <p:nvGraphicFramePr>
          <p:cNvPr id="7" name="Table 7">
            <a:extLst>
              <a:ext uri="{FF2B5EF4-FFF2-40B4-BE49-F238E27FC236}">
                <a16:creationId xmlns:a16="http://schemas.microsoft.com/office/drawing/2014/main" id="{122A675D-8A6B-1BF2-70BB-B5522B02FF65}"/>
              </a:ext>
            </a:extLst>
          </p:cNvPr>
          <p:cNvGraphicFramePr>
            <a:graphicFrameLocks noGrp="1"/>
          </p:cNvGraphicFramePr>
          <p:nvPr/>
        </p:nvGraphicFramePr>
        <p:xfrm>
          <a:off x="307975" y="1191319"/>
          <a:ext cx="7807325" cy="5257106"/>
        </p:xfrm>
        <a:graphic>
          <a:graphicData uri="http://schemas.openxmlformats.org/drawingml/2006/table">
            <a:tbl>
              <a:tblPr firstRow="1" bandRow="1">
                <a:tableStyleId>{5C22544A-7EE6-4342-B048-85BDC9FD1C3A}</a:tableStyleId>
              </a:tblPr>
              <a:tblGrid>
                <a:gridCol w="7807325">
                  <a:extLst>
                    <a:ext uri="{9D8B030D-6E8A-4147-A177-3AD203B41FA5}">
                      <a16:colId xmlns:a16="http://schemas.microsoft.com/office/drawing/2014/main" val="3422904110"/>
                    </a:ext>
                  </a:extLst>
                </a:gridCol>
              </a:tblGrid>
              <a:tr h="5257106">
                <a:tc>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5134656"/>
                  </a:ext>
                </a:extLst>
              </a:tr>
            </a:tbl>
          </a:graphicData>
        </a:graphic>
      </p:graphicFrame>
      <p:pic>
        <p:nvPicPr>
          <p:cNvPr id="4" name="Picture 3">
            <a:extLst>
              <a:ext uri="{FF2B5EF4-FFF2-40B4-BE49-F238E27FC236}">
                <a16:creationId xmlns:a16="http://schemas.microsoft.com/office/drawing/2014/main" id="{F20F0A5E-4944-40AA-1B35-0CD00244C6C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38185" y="1440873"/>
            <a:ext cx="7515587" cy="4738254"/>
          </a:xfrm>
          <a:prstGeom prst="rect">
            <a:avLst/>
          </a:prstGeom>
        </p:spPr>
      </p:pic>
    </p:spTree>
    <p:extLst>
      <p:ext uri="{BB962C8B-B14F-4D97-AF65-F5344CB8AC3E}">
        <p14:creationId xmlns:p14="http://schemas.microsoft.com/office/powerpoint/2010/main" val="26213313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5AFCD7-CF64-A7F6-B02F-987454D53E76}"/>
              </a:ext>
            </a:extLst>
          </p:cNvPr>
          <p:cNvSpPr txBox="1"/>
          <p:nvPr/>
        </p:nvSpPr>
        <p:spPr>
          <a:xfrm>
            <a:off x="124051" y="102889"/>
            <a:ext cx="11607874" cy="646331"/>
          </a:xfrm>
          <a:prstGeom prst="rect">
            <a:avLst/>
          </a:prstGeom>
          <a:noFill/>
        </p:spPr>
        <p:txBody>
          <a:bodyPr wrap="square">
            <a:spAutoFit/>
          </a:bodyPr>
          <a:lstStyle/>
          <a:p>
            <a:pPr marL="342900" indent="-342900">
              <a:buFont typeface="+mj-lt"/>
              <a:buAutoNum type="arabicPeriod" startAt="7"/>
            </a:pPr>
            <a:r>
              <a:rPr lang="en-GB" dirty="0"/>
              <a:t>Modify TI0007 combination -&gt; TW/TT combination with Special Item on </a:t>
            </a:r>
            <a:r>
              <a:rPr lang="en-GB" dirty="0" err="1"/>
              <a:t>PipingNetworkSegment</a:t>
            </a:r>
            <a:endParaRPr lang="en-GB" dirty="0"/>
          </a:p>
          <a:p>
            <a:pPr marL="800100" lvl="1" indent="-342900">
              <a:buFont typeface="Arial" panose="020B0604020202020204" pitchFamily="34" charset="0"/>
              <a:buChar char="•"/>
            </a:pPr>
            <a:r>
              <a:rPr lang="en-GB" dirty="0"/>
              <a:t>** Use ND0037 ‘hidden’ in-line piping component to give location of special item.</a:t>
            </a:r>
          </a:p>
        </p:txBody>
      </p:sp>
      <p:graphicFrame>
        <p:nvGraphicFramePr>
          <p:cNvPr id="7" name="Table 7">
            <a:extLst>
              <a:ext uri="{FF2B5EF4-FFF2-40B4-BE49-F238E27FC236}">
                <a16:creationId xmlns:a16="http://schemas.microsoft.com/office/drawing/2014/main" id="{122A675D-8A6B-1BF2-70BB-B5522B02FF65}"/>
              </a:ext>
            </a:extLst>
          </p:cNvPr>
          <p:cNvGraphicFramePr>
            <a:graphicFrameLocks noGrp="1"/>
          </p:cNvGraphicFramePr>
          <p:nvPr/>
        </p:nvGraphicFramePr>
        <p:xfrm>
          <a:off x="307975" y="1191319"/>
          <a:ext cx="7807325" cy="5257106"/>
        </p:xfrm>
        <a:graphic>
          <a:graphicData uri="http://schemas.openxmlformats.org/drawingml/2006/table">
            <a:tbl>
              <a:tblPr firstRow="1" bandRow="1">
                <a:tableStyleId>{5C22544A-7EE6-4342-B048-85BDC9FD1C3A}</a:tableStyleId>
              </a:tblPr>
              <a:tblGrid>
                <a:gridCol w="7807325">
                  <a:extLst>
                    <a:ext uri="{9D8B030D-6E8A-4147-A177-3AD203B41FA5}">
                      <a16:colId xmlns:a16="http://schemas.microsoft.com/office/drawing/2014/main" val="3422904110"/>
                    </a:ext>
                  </a:extLst>
                </a:gridCol>
              </a:tblGrid>
              <a:tr h="5257106">
                <a:tc>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5134656"/>
                  </a:ext>
                </a:extLst>
              </a:tr>
            </a:tbl>
          </a:graphicData>
        </a:graphic>
      </p:graphicFrame>
      <p:pic>
        <p:nvPicPr>
          <p:cNvPr id="5" name="Picture 4">
            <a:extLst>
              <a:ext uri="{FF2B5EF4-FFF2-40B4-BE49-F238E27FC236}">
                <a16:creationId xmlns:a16="http://schemas.microsoft.com/office/drawing/2014/main" id="{4301A0F3-0A9A-311E-1E56-1F57DBE1EAD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96664" y="1440873"/>
            <a:ext cx="7605946" cy="4876800"/>
          </a:xfrm>
          <a:prstGeom prst="rect">
            <a:avLst/>
          </a:prstGeom>
        </p:spPr>
      </p:pic>
    </p:spTree>
    <p:extLst>
      <p:ext uri="{BB962C8B-B14F-4D97-AF65-F5344CB8AC3E}">
        <p14:creationId xmlns:p14="http://schemas.microsoft.com/office/powerpoint/2010/main" val="26393728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7">
            <a:extLst>
              <a:ext uri="{FF2B5EF4-FFF2-40B4-BE49-F238E27FC236}">
                <a16:creationId xmlns:a16="http://schemas.microsoft.com/office/drawing/2014/main" id="{122A675D-8A6B-1BF2-70BB-B5522B02FF65}"/>
              </a:ext>
            </a:extLst>
          </p:cNvPr>
          <p:cNvGraphicFramePr>
            <a:graphicFrameLocks noGrp="1"/>
          </p:cNvGraphicFramePr>
          <p:nvPr/>
        </p:nvGraphicFramePr>
        <p:xfrm>
          <a:off x="307975" y="1191319"/>
          <a:ext cx="7807325" cy="5257106"/>
        </p:xfrm>
        <a:graphic>
          <a:graphicData uri="http://schemas.openxmlformats.org/drawingml/2006/table">
            <a:tbl>
              <a:tblPr firstRow="1" bandRow="1">
                <a:tableStyleId>{5C22544A-7EE6-4342-B048-85BDC9FD1C3A}</a:tableStyleId>
              </a:tblPr>
              <a:tblGrid>
                <a:gridCol w="7807325">
                  <a:extLst>
                    <a:ext uri="{9D8B030D-6E8A-4147-A177-3AD203B41FA5}">
                      <a16:colId xmlns:a16="http://schemas.microsoft.com/office/drawing/2014/main" val="3422904110"/>
                    </a:ext>
                  </a:extLst>
                </a:gridCol>
              </a:tblGrid>
              <a:tr h="5257106">
                <a:tc>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5134656"/>
                  </a:ext>
                </a:extLst>
              </a:tr>
            </a:tbl>
          </a:graphicData>
        </a:graphic>
      </p:graphicFrame>
      <p:sp>
        <p:nvSpPr>
          <p:cNvPr id="3" name="TextBox 2">
            <a:extLst>
              <a:ext uri="{FF2B5EF4-FFF2-40B4-BE49-F238E27FC236}">
                <a16:creationId xmlns:a16="http://schemas.microsoft.com/office/drawing/2014/main" id="{7F5AFCD7-CF64-A7F6-B02F-987454D53E76}"/>
              </a:ext>
            </a:extLst>
          </p:cNvPr>
          <p:cNvSpPr txBox="1"/>
          <p:nvPr/>
        </p:nvSpPr>
        <p:spPr>
          <a:xfrm>
            <a:off x="124051" y="102889"/>
            <a:ext cx="11607874" cy="646331"/>
          </a:xfrm>
          <a:prstGeom prst="rect">
            <a:avLst/>
          </a:prstGeom>
          <a:noFill/>
        </p:spPr>
        <p:txBody>
          <a:bodyPr wrap="square">
            <a:spAutoFit/>
          </a:bodyPr>
          <a:lstStyle/>
          <a:p>
            <a:pPr marL="342900" indent="-342900">
              <a:buFont typeface="+mj-lt"/>
              <a:buAutoNum type="arabicPeriod" startAt="8"/>
            </a:pPr>
            <a:r>
              <a:rPr lang="en-GB" dirty="0"/>
              <a:t>Additional property break to the existing breaks</a:t>
            </a:r>
          </a:p>
          <a:p>
            <a:pPr marL="742950" lvl="1" indent="-285750">
              <a:buFont typeface="Arial" panose="020B0604020202020204" pitchFamily="34" charset="0"/>
              <a:buChar char="•"/>
            </a:pPr>
            <a:r>
              <a:rPr lang="en-GB" dirty="0"/>
              <a:t>Add </a:t>
            </a:r>
            <a:r>
              <a:rPr lang="en-GB" dirty="0" err="1"/>
              <a:t>AreaBreak</a:t>
            </a:r>
            <a:r>
              <a:rPr lang="en-GB" dirty="0"/>
              <a:t> AP110 / AP310 need to associate </a:t>
            </a:r>
            <a:r>
              <a:rPr lang="en-GB" dirty="0" err="1"/>
              <a:t>PlantArea</a:t>
            </a:r>
            <a:r>
              <a:rPr lang="en-GB" dirty="0"/>
              <a:t> these to the </a:t>
            </a:r>
            <a:r>
              <a:rPr lang="en-GB" dirty="0" err="1"/>
              <a:t>PipingNetworkSystems</a:t>
            </a:r>
            <a:endParaRPr lang="en-GB" dirty="0"/>
          </a:p>
        </p:txBody>
      </p:sp>
      <p:sp>
        <p:nvSpPr>
          <p:cNvPr id="6" name="TextBox 5">
            <a:extLst>
              <a:ext uri="{FF2B5EF4-FFF2-40B4-BE49-F238E27FC236}">
                <a16:creationId xmlns:a16="http://schemas.microsoft.com/office/drawing/2014/main" id="{A6882847-5B32-5A38-EAF6-DBA6981FF24B}"/>
              </a:ext>
            </a:extLst>
          </p:cNvPr>
          <p:cNvSpPr txBox="1"/>
          <p:nvPr/>
        </p:nvSpPr>
        <p:spPr>
          <a:xfrm>
            <a:off x="8448675" y="1204933"/>
            <a:ext cx="3416300" cy="1754326"/>
          </a:xfrm>
          <a:prstGeom prst="rect">
            <a:avLst/>
          </a:prstGeom>
          <a:noFill/>
        </p:spPr>
        <p:txBody>
          <a:bodyPr wrap="square" rtlCol="0">
            <a:spAutoFit/>
          </a:bodyPr>
          <a:lstStyle/>
          <a:p>
            <a:r>
              <a:rPr lang="en-GB" dirty="0"/>
              <a:t>** Test transfer of </a:t>
            </a:r>
            <a:r>
              <a:rPr lang="en-GB" dirty="0" err="1"/>
              <a:t>PropertyBreak</a:t>
            </a:r>
            <a:r>
              <a:rPr lang="en-GB" dirty="0"/>
              <a:t>:</a:t>
            </a:r>
          </a:p>
          <a:p>
            <a:pPr marL="342900" indent="-342900">
              <a:buAutoNum type="arabicPeriod"/>
            </a:pPr>
            <a:r>
              <a:rPr lang="en-GB" dirty="0"/>
              <a:t>Top break: use </a:t>
            </a:r>
            <a:r>
              <a:rPr lang="en-GB" dirty="0" err="1"/>
              <a:t>PropertyBreak</a:t>
            </a:r>
            <a:r>
              <a:rPr lang="en-GB" dirty="0"/>
              <a:t> class elements and separate </a:t>
            </a:r>
            <a:r>
              <a:rPr lang="en-GB" dirty="0" err="1"/>
              <a:t>LogicalBreak</a:t>
            </a:r>
            <a:r>
              <a:rPr lang="en-GB" dirty="0"/>
              <a:t> class elements for each break type.</a:t>
            </a:r>
          </a:p>
          <a:p>
            <a:endParaRPr lang="en-GB" dirty="0"/>
          </a:p>
        </p:txBody>
      </p:sp>
      <p:pic>
        <p:nvPicPr>
          <p:cNvPr id="4" name="Picture 3">
            <a:extLst>
              <a:ext uri="{FF2B5EF4-FFF2-40B4-BE49-F238E27FC236}">
                <a16:creationId xmlns:a16="http://schemas.microsoft.com/office/drawing/2014/main" id="{2D7F2DE7-0A80-6AB8-F8EB-8A2D7AFB16D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33803" y="1477818"/>
            <a:ext cx="7364743" cy="4799157"/>
          </a:xfrm>
          <a:prstGeom prst="rect">
            <a:avLst/>
          </a:prstGeom>
        </p:spPr>
      </p:pic>
    </p:spTree>
    <p:extLst>
      <p:ext uri="{BB962C8B-B14F-4D97-AF65-F5344CB8AC3E}">
        <p14:creationId xmlns:p14="http://schemas.microsoft.com/office/powerpoint/2010/main" val="29118051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7">
            <a:extLst>
              <a:ext uri="{FF2B5EF4-FFF2-40B4-BE49-F238E27FC236}">
                <a16:creationId xmlns:a16="http://schemas.microsoft.com/office/drawing/2014/main" id="{4B9C56BB-0976-2E25-FB91-2AB2FECE2FD2}"/>
              </a:ext>
            </a:extLst>
          </p:cNvPr>
          <p:cNvGraphicFramePr>
            <a:graphicFrameLocks noGrp="1"/>
          </p:cNvGraphicFramePr>
          <p:nvPr/>
        </p:nvGraphicFramePr>
        <p:xfrm>
          <a:off x="307975" y="1191319"/>
          <a:ext cx="7807325" cy="5257106"/>
        </p:xfrm>
        <a:graphic>
          <a:graphicData uri="http://schemas.openxmlformats.org/drawingml/2006/table">
            <a:tbl>
              <a:tblPr firstRow="1" bandRow="1">
                <a:tableStyleId>{5C22544A-7EE6-4342-B048-85BDC9FD1C3A}</a:tableStyleId>
              </a:tblPr>
              <a:tblGrid>
                <a:gridCol w="7807325">
                  <a:extLst>
                    <a:ext uri="{9D8B030D-6E8A-4147-A177-3AD203B41FA5}">
                      <a16:colId xmlns:a16="http://schemas.microsoft.com/office/drawing/2014/main" val="3422904110"/>
                    </a:ext>
                  </a:extLst>
                </a:gridCol>
              </a:tblGrid>
              <a:tr h="5257106">
                <a:tc>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5134656"/>
                  </a:ext>
                </a:extLst>
              </a:tr>
            </a:tbl>
          </a:graphicData>
        </a:graphic>
      </p:graphicFrame>
      <p:sp>
        <p:nvSpPr>
          <p:cNvPr id="3" name="TextBox 2">
            <a:extLst>
              <a:ext uri="{FF2B5EF4-FFF2-40B4-BE49-F238E27FC236}">
                <a16:creationId xmlns:a16="http://schemas.microsoft.com/office/drawing/2014/main" id="{7F5AFCD7-CF64-A7F6-B02F-987454D53E76}"/>
              </a:ext>
            </a:extLst>
          </p:cNvPr>
          <p:cNvSpPr txBox="1"/>
          <p:nvPr/>
        </p:nvSpPr>
        <p:spPr>
          <a:xfrm>
            <a:off x="124051" y="102889"/>
            <a:ext cx="11607874" cy="369332"/>
          </a:xfrm>
          <a:prstGeom prst="rect">
            <a:avLst/>
          </a:prstGeom>
          <a:noFill/>
        </p:spPr>
        <p:txBody>
          <a:bodyPr wrap="square">
            <a:spAutoFit/>
          </a:bodyPr>
          <a:lstStyle/>
          <a:p>
            <a:pPr marL="342900" indent="-342900">
              <a:buFont typeface="+mj-lt"/>
              <a:buAutoNum type="arabicPeriod" startAt="9"/>
            </a:pPr>
            <a:r>
              <a:rPr lang="en-GB" dirty="0"/>
              <a:t>Scale D-20HA001 symbol y-axis scaling 1.25 </a:t>
            </a:r>
          </a:p>
        </p:txBody>
      </p:sp>
      <p:pic>
        <p:nvPicPr>
          <p:cNvPr id="6" name="Picture 5">
            <a:extLst>
              <a:ext uri="{FF2B5EF4-FFF2-40B4-BE49-F238E27FC236}">
                <a16:creationId xmlns:a16="http://schemas.microsoft.com/office/drawing/2014/main" id="{6AD5D568-F1A9-14EB-EB3C-E35C2D1D65D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4112" y="1385455"/>
            <a:ext cx="7433110" cy="4867563"/>
          </a:xfrm>
          <a:prstGeom prst="rect">
            <a:avLst/>
          </a:prstGeom>
        </p:spPr>
      </p:pic>
    </p:spTree>
    <p:extLst>
      <p:ext uri="{BB962C8B-B14F-4D97-AF65-F5344CB8AC3E}">
        <p14:creationId xmlns:p14="http://schemas.microsoft.com/office/powerpoint/2010/main" val="28570282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5AFCD7-CF64-A7F6-B02F-987454D53E76}"/>
              </a:ext>
            </a:extLst>
          </p:cNvPr>
          <p:cNvSpPr txBox="1"/>
          <p:nvPr/>
        </p:nvSpPr>
        <p:spPr>
          <a:xfrm>
            <a:off x="124051" y="102889"/>
            <a:ext cx="11607874" cy="646331"/>
          </a:xfrm>
          <a:prstGeom prst="rect">
            <a:avLst/>
          </a:prstGeom>
          <a:noFill/>
        </p:spPr>
        <p:txBody>
          <a:bodyPr wrap="square">
            <a:spAutoFit/>
          </a:bodyPr>
          <a:lstStyle/>
          <a:p>
            <a:pPr marL="342900" indent="-342900">
              <a:buFont typeface="+mj-lt"/>
              <a:buAutoNum type="arabicPeriod" startAt="10"/>
            </a:pPr>
            <a:r>
              <a:rPr lang="en-GB" dirty="0"/>
              <a:t>Modify pipe lines: </a:t>
            </a:r>
            <a:r>
              <a:rPr lang="en-GB" sz="1800" b="0" i="0" u="none" strike="noStrike" baseline="0" dirty="0"/>
              <a:t>D-20L00005A-1200PL-AS200-   &amp; D-20L00015A-0800PL-AD750- to test </a:t>
            </a:r>
            <a:r>
              <a:rPr lang="en-GB" sz="1800" b="0" i="0" u="none" strike="noStrike" baseline="0" dirty="0" err="1"/>
              <a:t>PipingNetworkSegment</a:t>
            </a:r>
            <a:r>
              <a:rPr lang="en-GB" sz="1800" b="0" i="0" u="none" strike="noStrike" baseline="0" dirty="0"/>
              <a:t> export variants</a:t>
            </a:r>
            <a:endParaRPr lang="en-GB" dirty="0"/>
          </a:p>
        </p:txBody>
      </p:sp>
      <p:sp>
        <p:nvSpPr>
          <p:cNvPr id="6" name="TextBox 5">
            <a:extLst>
              <a:ext uri="{FF2B5EF4-FFF2-40B4-BE49-F238E27FC236}">
                <a16:creationId xmlns:a16="http://schemas.microsoft.com/office/drawing/2014/main" id="{FC55ADA1-F79E-E559-BB87-A61490E23126}"/>
              </a:ext>
            </a:extLst>
          </p:cNvPr>
          <p:cNvSpPr txBox="1"/>
          <p:nvPr/>
        </p:nvSpPr>
        <p:spPr>
          <a:xfrm>
            <a:off x="8531794" y="1166068"/>
            <a:ext cx="3416300" cy="4247317"/>
          </a:xfrm>
          <a:prstGeom prst="rect">
            <a:avLst/>
          </a:prstGeom>
          <a:noFill/>
        </p:spPr>
        <p:txBody>
          <a:bodyPr wrap="square" rtlCol="0">
            <a:spAutoFit/>
          </a:bodyPr>
          <a:lstStyle/>
          <a:p>
            <a:pPr marL="342900" indent="-342900">
              <a:buAutoNum type="arabicPeriod"/>
            </a:pPr>
            <a:r>
              <a:rPr lang="en-GB" dirty="0"/>
              <a:t>Convert </a:t>
            </a:r>
            <a:r>
              <a:rPr lang="en-GB" sz="1800" b="0" i="0" u="none" strike="noStrike" baseline="0" dirty="0"/>
              <a:t>D-20L00015A-0800PL-AD750- into a segment of D-20L00005A-1200PL-AS200- where all piping properties will be the same as D-20L00005A-1200PL-AS200- main pipe.</a:t>
            </a:r>
          </a:p>
          <a:p>
            <a:pPr marL="342900" indent="-342900">
              <a:buAutoNum type="arabicPeriod"/>
            </a:pPr>
            <a:r>
              <a:rPr lang="en-GB" dirty="0"/>
              <a:t>Add spectacle blind</a:t>
            </a:r>
          </a:p>
          <a:p>
            <a:pPr marL="342900" indent="-342900">
              <a:buAutoNum type="arabicPeriod"/>
            </a:pPr>
            <a:r>
              <a:rPr lang="en-GB" dirty="0"/>
              <a:t>Add physical piping tee near OPC.</a:t>
            </a:r>
          </a:p>
          <a:p>
            <a:pPr marL="342900" indent="-342900">
              <a:buAutoNum type="arabicPeriod"/>
            </a:pPr>
            <a:r>
              <a:rPr lang="en-GB" dirty="0"/>
              <a:t>Add ball valve D-VB20-0005</a:t>
            </a:r>
          </a:p>
          <a:p>
            <a:pPr marL="342900" indent="-342900">
              <a:buAutoNum type="arabicPeriod"/>
            </a:pPr>
            <a:endParaRPr lang="en-GB" dirty="0"/>
          </a:p>
          <a:p>
            <a:r>
              <a:rPr lang="en-GB" dirty="0"/>
              <a:t>2 </a:t>
            </a:r>
            <a:r>
              <a:rPr lang="en-GB" dirty="0" err="1"/>
              <a:t>PipingNetworkSegments</a:t>
            </a:r>
            <a:r>
              <a:rPr lang="en-GB" dirty="0"/>
              <a:t> will be created either side of the ball valve D-VB20-0002 that is part of the main line.</a:t>
            </a:r>
          </a:p>
        </p:txBody>
      </p:sp>
      <p:graphicFrame>
        <p:nvGraphicFramePr>
          <p:cNvPr id="7" name="Table 7">
            <a:extLst>
              <a:ext uri="{FF2B5EF4-FFF2-40B4-BE49-F238E27FC236}">
                <a16:creationId xmlns:a16="http://schemas.microsoft.com/office/drawing/2014/main" id="{A1A5B0BE-F4C9-85E5-4213-CEF3F77E0FF4}"/>
              </a:ext>
            </a:extLst>
          </p:cNvPr>
          <p:cNvGraphicFramePr>
            <a:graphicFrameLocks noGrp="1"/>
          </p:cNvGraphicFramePr>
          <p:nvPr/>
        </p:nvGraphicFramePr>
        <p:xfrm>
          <a:off x="307975" y="1191319"/>
          <a:ext cx="7807325" cy="5257106"/>
        </p:xfrm>
        <a:graphic>
          <a:graphicData uri="http://schemas.openxmlformats.org/drawingml/2006/table">
            <a:tbl>
              <a:tblPr firstRow="1" bandRow="1">
                <a:tableStyleId>{5C22544A-7EE6-4342-B048-85BDC9FD1C3A}</a:tableStyleId>
              </a:tblPr>
              <a:tblGrid>
                <a:gridCol w="7807325">
                  <a:extLst>
                    <a:ext uri="{9D8B030D-6E8A-4147-A177-3AD203B41FA5}">
                      <a16:colId xmlns:a16="http://schemas.microsoft.com/office/drawing/2014/main" val="3422904110"/>
                    </a:ext>
                  </a:extLst>
                </a:gridCol>
              </a:tblGrid>
              <a:tr h="5257106">
                <a:tc>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5134656"/>
                  </a:ext>
                </a:extLst>
              </a:tr>
            </a:tbl>
          </a:graphicData>
        </a:graphic>
      </p:graphicFrame>
      <p:pic>
        <p:nvPicPr>
          <p:cNvPr id="4" name="Picture 3">
            <a:extLst>
              <a:ext uri="{FF2B5EF4-FFF2-40B4-BE49-F238E27FC236}">
                <a16:creationId xmlns:a16="http://schemas.microsoft.com/office/drawing/2014/main" id="{59F657A0-FC75-88D0-B3CF-984D26CF0D5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52582" y="1258301"/>
            <a:ext cx="7544230" cy="4920825"/>
          </a:xfrm>
          <a:prstGeom prst="rect">
            <a:avLst/>
          </a:prstGeom>
        </p:spPr>
      </p:pic>
    </p:spTree>
    <p:extLst>
      <p:ext uri="{BB962C8B-B14F-4D97-AF65-F5344CB8AC3E}">
        <p14:creationId xmlns:p14="http://schemas.microsoft.com/office/powerpoint/2010/main" val="5386559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554C3-04F3-F7CF-E541-8935FC269E2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4F6CF00-620E-D538-3340-A82F881C25A3}"/>
              </a:ext>
            </a:extLst>
          </p:cNvPr>
          <p:cNvSpPr txBox="1"/>
          <p:nvPr/>
        </p:nvSpPr>
        <p:spPr>
          <a:xfrm>
            <a:off x="124051" y="102889"/>
            <a:ext cx="11607874" cy="369332"/>
          </a:xfrm>
          <a:prstGeom prst="rect">
            <a:avLst/>
          </a:prstGeom>
          <a:noFill/>
        </p:spPr>
        <p:txBody>
          <a:bodyPr wrap="square">
            <a:spAutoFit/>
          </a:bodyPr>
          <a:lstStyle/>
          <a:p>
            <a:pPr marL="342900" indent="-342900">
              <a:buFont typeface="+mj-lt"/>
              <a:buAutoNum type="arabicPeriod" startAt="11"/>
            </a:pPr>
            <a:r>
              <a:rPr lang="en-GB" dirty="0"/>
              <a:t>Add driver for pump. Add </a:t>
            </a:r>
            <a:r>
              <a:rPr lang="en-GB" dirty="0" err="1"/>
              <a:t>VortexBreaker</a:t>
            </a:r>
            <a:r>
              <a:rPr lang="en-GB" dirty="0"/>
              <a:t> internal.</a:t>
            </a:r>
          </a:p>
        </p:txBody>
      </p:sp>
      <p:sp>
        <p:nvSpPr>
          <p:cNvPr id="6" name="TextBox 5">
            <a:extLst>
              <a:ext uri="{FF2B5EF4-FFF2-40B4-BE49-F238E27FC236}">
                <a16:creationId xmlns:a16="http://schemas.microsoft.com/office/drawing/2014/main" id="{B86BB71F-A940-4152-3C48-BC9CCCE2DC8E}"/>
              </a:ext>
            </a:extLst>
          </p:cNvPr>
          <p:cNvSpPr txBox="1"/>
          <p:nvPr/>
        </p:nvSpPr>
        <p:spPr>
          <a:xfrm>
            <a:off x="8531794" y="1166068"/>
            <a:ext cx="3416300" cy="1200329"/>
          </a:xfrm>
          <a:prstGeom prst="rect">
            <a:avLst/>
          </a:prstGeom>
          <a:noFill/>
        </p:spPr>
        <p:txBody>
          <a:bodyPr wrap="square" rtlCol="0">
            <a:spAutoFit/>
          </a:bodyPr>
          <a:lstStyle/>
          <a:p>
            <a:pPr marL="342900" indent="-342900">
              <a:buAutoNum type="arabicPeriod"/>
            </a:pPr>
            <a:r>
              <a:rPr lang="en-GB" dirty="0"/>
              <a:t>Add pump driver.</a:t>
            </a:r>
          </a:p>
          <a:p>
            <a:pPr marL="342900" indent="-342900">
              <a:buAutoNum type="arabicPeriod"/>
            </a:pPr>
            <a:r>
              <a:rPr lang="en-GB" dirty="0"/>
              <a:t>Add </a:t>
            </a:r>
            <a:r>
              <a:rPr lang="en-GB" dirty="0" err="1"/>
              <a:t>VortexBreaker</a:t>
            </a:r>
            <a:r>
              <a:rPr lang="en-GB" dirty="0"/>
              <a:t> internal</a:t>
            </a:r>
          </a:p>
          <a:p>
            <a:pPr marL="342900" indent="-342900">
              <a:buAutoNum type="arabicPeriod"/>
            </a:pPr>
            <a:r>
              <a:rPr lang="en-GB" dirty="0"/>
              <a:t>Change </a:t>
            </a:r>
            <a:r>
              <a:rPr lang="en-GB" dirty="0" err="1"/>
              <a:t>NormalPosition</a:t>
            </a:r>
            <a:r>
              <a:rPr lang="en-GB" dirty="0"/>
              <a:t> for valve D-VG20-0001 to ‘NC’</a:t>
            </a:r>
          </a:p>
        </p:txBody>
      </p:sp>
      <p:graphicFrame>
        <p:nvGraphicFramePr>
          <p:cNvPr id="2" name="Table 7">
            <a:extLst>
              <a:ext uri="{FF2B5EF4-FFF2-40B4-BE49-F238E27FC236}">
                <a16:creationId xmlns:a16="http://schemas.microsoft.com/office/drawing/2014/main" id="{0D3CBF11-4068-A41D-648F-70EF02009053}"/>
              </a:ext>
            </a:extLst>
          </p:cNvPr>
          <p:cNvGraphicFramePr>
            <a:graphicFrameLocks noGrp="1"/>
          </p:cNvGraphicFramePr>
          <p:nvPr/>
        </p:nvGraphicFramePr>
        <p:xfrm>
          <a:off x="307975" y="1191319"/>
          <a:ext cx="7807325" cy="5257106"/>
        </p:xfrm>
        <a:graphic>
          <a:graphicData uri="http://schemas.openxmlformats.org/drawingml/2006/table">
            <a:tbl>
              <a:tblPr firstRow="1" bandRow="1">
                <a:tableStyleId>{5C22544A-7EE6-4342-B048-85BDC9FD1C3A}</a:tableStyleId>
              </a:tblPr>
              <a:tblGrid>
                <a:gridCol w="7807325">
                  <a:extLst>
                    <a:ext uri="{9D8B030D-6E8A-4147-A177-3AD203B41FA5}">
                      <a16:colId xmlns:a16="http://schemas.microsoft.com/office/drawing/2014/main" val="3422904110"/>
                    </a:ext>
                  </a:extLst>
                </a:gridCol>
              </a:tblGrid>
              <a:tr h="5257106">
                <a:tc>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5134656"/>
                  </a:ext>
                </a:extLst>
              </a:tr>
            </a:tbl>
          </a:graphicData>
        </a:graphic>
      </p:graphicFrame>
      <p:pic>
        <p:nvPicPr>
          <p:cNvPr id="9" name="Picture 8">
            <a:extLst>
              <a:ext uri="{FF2B5EF4-FFF2-40B4-BE49-F238E27FC236}">
                <a16:creationId xmlns:a16="http://schemas.microsoft.com/office/drawing/2014/main" id="{2C6B2ED1-9A9E-CB4C-DC54-80D99776C5F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29287" y="1422401"/>
            <a:ext cx="7496846" cy="4802908"/>
          </a:xfrm>
          <a:prstGeom prst="rect">
            <a:avLst/>
          </a:prstGeom>
        </p:spPr>
      </p:pic>
    </p:spTree>
    <p:extLst>
      <p:ext uri="{BB962C8B-B14F-4D97-AF65-F5344CB8AC3E}">
        <p14:creationId xmlns:p14="http://schemas.microsoft.com/office/powerpoint/2010/main" val="7208058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FBF20-FC29-A74C-A9B4-7D412B11C1F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4F2C000-E825-A2F7-701F-D0FD61D62923}"/>
              </a:ext>
            </a:extLst>
          </p:cNvPr>
          <p:cNvSpPr txBox="1"/>
          <p:nvPr/>
        </p:nvSpPr>
        <p:spPr>
          <a:xfrm>
            <a:off x="124051" y="102889"/>
            <a:ext cx="11607874" cy="369332"/>
          </a:xfrm>
          <a:prstGeom prst="rect">
            <a:avLst/>
          </a:prstGeom>
          <a:noFill/>
        </p:spPr>
        <p:txBody>
          <a:bodyPr wrap="square">
            <a:spAutoFit/>
          </a:bodyPr>
          <a:lstStyle/>
          <a:p>
            <a:pPr marL="342900" indent="-342900">
              <a:buFont typeface="+mj-lt"/>
              <a:buAutoNum type="arabicPeriod" startAt="12"/>
            </a:pPr>
            <a:r>
              <a:rPr lang="en-GB" dirty="0"/>
              <a:t>Mount-on &amp; Off-Page Signal</a:t>
            </a:r>
          </a:p>
        </p:txBody>
      </p:sp>
      <p:sp>
        <p:nvSpPr>
          <p:cNvPr id="6" name="TextBox 5">
            <a:extLst>
              <a:ext uri="{FF2B5EF4-FFF2-40B4-BE49-F238E27FC236}">
                <a16:creationId xmlns:a16="http://schemas.microsoft.com/office/drawing/2014/main" id="{788CE263-7A33-C7FA-82AA-264233426691}"/>
              </a:ext>
            </a:extLst>
          </p:cNvPr>
          <p:cNvSpPr txBox="1"/>
          <p:nvPr/>
        </p:nvSpPr>
        <p:spPr>
          <a:xfrm>
            <a:off x="8531794" y="1166068"/>
            <a:ext cx="3416300" cy="1200329"/>
          </a:xfrm>
          <a:prstGeom prst="rect">
            <a:avLst/>
          </a:prstGeom>
          <a:noFill/>
        </p:spPr>
        <p:txBody>
          <a:bodyPr wrap="square" rtlCol="0">
            <a:spAutoFit/>
          </a:bodyPr>
          <a:lstStyle/>
          <a:p>
            <a:pPr marL="342900" indent="-342900">
              <a:buAutoNum type="arabicPeriod"/>
            </a:pPr>
            <a:r>
              <a:rPr lang="en-GB" dirty="0"/>
              <a:t>Add Mount-on level element</a:t>
            </a:r>
          </a:p>
          <a:p>
            <a:pPr marL="800100" lvl="1" indent="-342900">
              <a:buFont typeface="Arial" panose="020B0604020202020204" pitchFamily="34" charset="0"/>
              <a:buChar char="•"/>
            </a:pPr>
            <a:r>
              <a:rPr lang="en-GB" dirty="0"/>
              <a:t>Remove N04 </a:t>
            </a:r>
          </a:p>
          <a:p>
            <a:pPr marL="342900" indent="-342900">
              <a:buAutoNum type="arabicPeriod"/>
            </a:pPr>
            <a:r>
              <a:rPr lang="en-GB" dirty="0"/>
              <a:t>Add NOA3 continuation drawing</a:t>
            </a:r>
          </a:p>
        </p:txBody>
      </p:sp>
      <p:graphicFrame>
        <p:nvGraphicFramePr>
          <p:cNvPr id="2" name="Table 7">
            <a:extLst>
              <a:ext uri="{FF2B5EF4-FFF2-40B4-BE49-F238E27FC236}">
                <a16:creationId xmlns:a16="http://schemas.microsoft.com/office/drawing/2014/main" id="{0BE302E4-0D46-4C6E-FC81-381B55C9BC8F}"/>
              </a:ext>
            </a:extLst>
          </p:cNvPr>
          <p:cNvGraphicFramePr>
            <a:graphicFrameLocks noGrp="1"/>
          </p:cNvGraphicFramePr>
          <p:nvPr/>
        </p:nvGraphicFramePr>
        <p:xfrm>
          <a:off x="307975" y="1191319"/>
          <a:ext cx="7807325" cy="5257106"/>
        </p:xfrm>
        <a:graphic>
          <a:graphicData uri="http://schemas.openxmlformats.org/drawingml/2006/table">
            <a:tbl>
              <a:tblPr firstRow="1" bandRow="1">
                <a:tableStyleId>{5C22544A-7EE6-4342-B048-85BDC9FD1C3A}</a:tableStyleId>
              </a:tblPr>
              <a:tblGrid>
                <a:gridCol w="7807325">
                  <a:extLst>
                    <a:ext uri="{9D8B030D-6E8A-4147-A177-3AD203B41FA5}">
                      <a16:colId xmlns:a16="http://schemas.microsoft.com/office/drawing/2014/main" val="3422904110"/>
                    </a:ext>
                  </a:extLst>
                </a:gridCol>
              </a:tblGrid>
              <a:tr h="5257106">
                <a:tc>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5134656"/>
                  </a:ext>
                </a:extLst>
              </a:tr>
            </a:tbl>
          </a:graphicData>
        </a:graphic>
      </p:graphicFrame>
      <p:pic>
        <p:nvPicPr>
          <p:cNvPr id="5" name="Picture 4">
            <a:extLst>
              <a:ext uri="{FF2B5EF4-FFF2-40B4-BE49-F238E27FC236}">
                <a16:creationId xmlns:a16="http://schemas.microsoft.com/office/drawing/2014/main" id="{77DC9B75-51FB-EBE1-8BD0-350315EA42E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69111" y="1394691"/>
            <a:ext cx="7545491" cy="4719782"/>
          </a:xfrm>
          <a:prstGeom prst="rect">
            <a:avLst/>
          </a:prstGeom>
        </p:spPr>
      </p:pic>
    </p:spTree>
    <p:extLst>
      <p:ext uri="{BB962C8B-B14F-4D97-AF65-F5344CB8AC3E}">
        <p14:creationId xmlns:p14="http://schemas.microsoft.com/office/powerpoint/2010/main" val="22218588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0B7A1-9B73-AAAF-EB3B-91232CC58FF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78D56CB-9378-0514-46C5-9F19A98F0B5B}"/>
              </a:ext>
            </a:extLst>
          </p:cNvPr>
          <p:cNvSpPr txBox="1"/>
          <p:nvPr/>
        </p:nvSpPr>
        <p:spPr>
          <a:xfrm>
            <a:off x="124051" y="102889"/>
            <a:ext cx="11607874" cy="369332"/>
          </a:xfrm>
          <a:prstGeom prst="rect">
            <a:avLst/>
          </a:prstGeom>
          <a:noFill/>
        </p:spPr>
        <p:txBody>
          <a:bodyPr wrap="square">
            <a:spAutoFit/>
          </a:bodyPr>
          <a:lstStyle/>
          <a:p>
            <a:pPr marL="342900" indent="-342900">
              <a:buFont typeface="+mj-lt"/>
              <a:buAutoNum type="arabicPeriod" startAt="13"/>
            </a:pPr>
            <a:r>
              <a:rPr lang="en-GB" dirty="0"/>
              <a:t>Add </a:t>
            </a:r>
            <a:r>
              <a:rPr lang="en-GB" dirty="0" err="1"/>
              <a:t>CustomEquipmentPackage</a:t>
            </a:r>
            <a:endParaRPr lang="en-GB" dirty="0"/>
          </a:p>
        </p:txBody>
      </p:sp>
      <p:sp>
        <p:nvSpPr>
          <p:cNvPr id="6" name="TextBox 5">
            <a:extLst>
              <a:ext uri="{FF2B5EF4-FFF2-40B4-BE49-F238E27FC236}">
                <a16:creationId xmlns:a16="http://schemas.microsoft.com/office/drawing/2014/main" id="{8D72DF82-DB79-73F7-E853-B796368B5685}"/>
              </a:ext>
            </a:extLst>
          </p:cNvPr>
          <p:cNvSpPr txBox="1"/>
          <p:nvPr/>
        </p:nvSpPr>
        <p:spPr>
          <a:xfrm>
            <a:off x="8531794" y="1166068"/>
            <a:ext cx="3416300" cy="923330"/>
          </a:xfrm>
          <a:prstGeom prst="rect">
            <a:avLst/>
          </a:prstGeom>
          <a:noFill/>
        </p:spPr>
        <p:txBody>
          <a:bodyPr wrap="square" rtlCol="0">
            <a:spAutoFit/>
          </a:bodyPr>
          <a:lstStyle/>
          <a:p>
            <a:pPr marL="342900" indent="-342900">
              <a:buAutoNum type="arabicPeriod"/>
            </a:pPr>
            <a:r>
              <a:rPr lang="en-GB" dirty="0"/>
              <a:t>Add </a:t>
            </a:r>
            <a:r>
              <a:rPr lang="en-GB" dirty="0" err="1"/>
              <a:t>CustomEquipmentPackage</a:t>
            </a:r>
            <a:endParaRPr lang="en-GB" dirty="0"/>
          </a:p>
          <a:p>
            <a:pPr marL="342900" indent="-342900">
              <a:buAutoNum type="arabicPeriod"/>
            </a:pPr>
            <a:r>
              <a:rPr lang="en-GB" dirty="0"/>
              <a:t>Add </a:t>
            </a:r>
            <a:r>
              <a:rPr lang="en-GB" dirty="0" err="1"/>
              <a:t>MechanicalJoint</a:t>
            </a:r>
            <a:endParaRPr lang="en-GB" dirty="0"/>
          </a:p>
        </p:txBody>
      </p:sp>
      <p:graphicFrame>
        <p:nvGraphicFramePr>
          <p:cNvPr id="2" name="Table 7">
            <a:extLst>
              <a:ext uri="{FF2B5EF4-FFF2-40B4-BE49-F238E27FC236}">
                <a16:creationId xmlns:a16="http://schemas.microsoft.com/office/drawing/2014/main" id="{81206D65-D92C-1C1D-2AD6-7ED128C39235}"/>
              </a:ext>
            </a:extLst>
          </p:cNvPr>
          <p:cNvGraphicFramePr>
            <a:graphicFrameLocks noGrp="1"/>
          </p:cNvGraphicFramePr>
          <p:nvPr/>
        </p:nvGraphicFramePr>
        <p:xfrm>
          <a:off x="307975" y="1191319"/>
          <a:ext cx="7807325" cy="5257106"/>
        </p:xfrm>
        <a:graphic>
          <a:graphicData uri="http://schemas.openxmlformats.org/drawingml/2006/table">
            <a:tbl>
              <a:tblPr firstRow="1" bandRow="1">
                <a:tableStyleId>{5C22544A-7EE6-4342-B048-85BDC9FD1C3A}</a:tableStyleId>
              </a:tblPr>
              <a:tblGrid>
                <a:gridCol w="7807325">
                  <a:extLst>
                    <a:ext uri="{9D8B030D-6E8A-4147-A177-3AD203B41FA5}">
                      <a16:colId xmlns:a16="http://schemas.microsoft.com/office/drawing/2014/main" val="3422904110"/>
                    </a:ext>
                  </a:extLst>
                </a:gridCol>
              </a:tblGrid>
              <a:tr h="5257106">
                <a:tc>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5134656"/>
                  </a:ext>
                </a:extLst>
              </a:tr>
            </a:tbl>
          </a:graphicData>
        </a:graphic>
      </p:graphicFrame>
      <p:pic>
        <p:nvPicPr>
          <p:cNvPr id="5" name="Picture 4">
            <a:extLst>
              <a:ext uri="{FF2B5EF4-FFF2-40B4-BE49-F238E27FC236}">
                <a16:creationId xmlns:a16="http://schemas.microsoft.com/office/drawing/2014/main" id="{CE45260C-C02D-6FB3-0EF5-B400EA7FEDF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32918" y="1394690"/>
            <a:ext cx="7563037" cy="4812145"/>
          </a:xfrm>
          <a:prstGeom prst="rect">
            <a:avLst/>
          </a:prstGeom>
        </p:spPr>
      </p:pic>
    </p:spTree>
    <p:extLst>
      <p:ext uri="{BB962C8B-B14F-4D97-AF65-F5344CB8AC3E}">
        <p14:creationId xmlns:p14="http://schemas.microsoft.com/office/powerpoint/2010/main" val="16025757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207</TotalTime>
  <Words>789</Words>
  <Application>Microsoft Office PowerPoint</Application>
  <PresentationFormat>Widescreen</PresentationFormat>
  <Paragraphs>150</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Times New Roman</vt:lpstr>
      <vt:lpstr>Office Theme</vt:lpstr>
      <vt:lpstr>DISC DEXPI Blueprint use cases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Tonia Pedersen</dc:creator>
  <cp:lastModifiedBy>Tonia Pedersen</cp:lastModifiedBy>
  <cp:revision>19</cp:revision>
  <dcterms:created xsi:type="dcterms:W3CDTF">2023-02-01T07:42:00Z</dcterms:created>
  <dcterms:modified xsi:type="dcterms:W3CDTF">2025-12-19T13:13:13Z</dcterms:modified>
</cp:coreProperties>
</file>